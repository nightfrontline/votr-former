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3" r:id="rId3"/>
    <p:sldId id="262" r:id="rId4"/>
    <p:sldId id="259" r:id="rId5"/>
    <p:sldId id="265" r:id="rId6"/>
    <p:sldId id="26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6"/>
    <a:srgbClr val="F46D43"/>
    <a:srgbClr val="FEE08B"/>
    <a:srgbClr val="91CF60"/>
    <a:srgbClr val="1A9850"/>
    <a:srgbClr val="EEEFEF"/>
    <a:srgbClr val="F0F1F0"/>
    <a:srgbClr val="F3F3F2"/>
    <a:srgbClr val="FF7D8C"/>
    <a:srgbClr val="F2D5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40" autoAdjust="0"/>
    <p:restoredTop sz="96707" autoAdjust="0"/>
  </p:normalViewPr>
  <p:slideViewPr>
    <p:cSldViewPr snapToGrid="0">
      <p:cViewPr>
        <p:scale>
          <a:sx n="33" d="100"/>
          <a:sy n="33" d="100"/>
        </p:scale>
        <p:origin x="4210" y="1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87561-AFA1-4F7C-991C-98BADE747340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F77C8-83EF-438A-BDB3-16F7917212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293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F77C8-83EF-438A-BDB3-16F79172124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602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2E334-FACA-49AF-1AB0-C3D1572E5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FD7CA6-6C6B-9EBF-03B0-788ABEE58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9340F2-8CB6-E569-B08D-8446F5EA0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877119-AED4-9D49-0C57-A64F30351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F77C8-83EF-438A-BDB3-16F79172124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594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F77C8-83EF-438A-BDB3-16F79172124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028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2E334-FACA-49AF-1AB0-C3D1572E5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FD7CA6-6C6B-9EBF-03B0-788ABEE58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9340F2-8CB6-E569-B08D-8446F5EA0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877119-AED4-9D49-0C57-A64F30351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F77C8-83EF-438A-BDB3-16F79172124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605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F77C8-83EF-438A-BDB3-16F79172124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2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6F77C8-83EF-438A-BDB3-16F79172124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995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23FB6C-0EC7-4263-A7D8-7EDD387F4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786AD1-6499-4591-8359-242CAEF75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B50DF9-3DB3-424B-A94F-D1320A19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FC12-57CC-4AD7-9BE0-417566749119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0B38B5-D9DB-400A-B514-144F8C056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74558B-CE27-47D6-8F7E-F0DEFD341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23FD-D451-4851-A72C-02518090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405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2E6E8-0575-421F-8075-85704DB2B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99DC4E-C900-46A7-A6C2-8BBC3AD00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0D1DC1-C0E4-43E6-91F0-884CFD82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FC12-57CC-4AD7-9BE0-417566749119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A1A660-D346-4C1F-B8EE-B5399B55E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34B6A1-87FD-4B27-9865-D657BD91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23FD-D451-4851-A72C-02518090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599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DA9D8-020A-4EB6-B31A-6E364BD9E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19E623-DFD4-4ECE-96BC-B42AB2EF1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59CDAE-E649-44C8-AE96-8115B567F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FC12-57CC-4AD7-9BE0-417566749119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290A61-FB22-42F0-AD7A-AB35B0C5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0912CB-347E-4CB9-8486-350E14FCF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23FD-D451-4851-A72C-02518090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03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F768A8-8E95-43D6-B3C5-018E74C75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DE0A25-F223-4897-A6EE-083C2FD9E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465520-8AFB-4E50-9A66-27E80BE7A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127306-2C48-40BE-8B23-B439761BA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FC12-57CC-4AD7-9BE0-417566749119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9D9C81-44A0-43CE-A5A8-A8ED79E32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EA748E-EFD9-49DD-A3C4-C8ACF776B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23FD-D451-4851-A72C-02518090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071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C4A750-47C2-4AFE-ACA6-FB10C441E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9504EE-1946-4DB7-87D7-5F7172A4E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09734C-2B71-45F7-9464-128CA1C47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D92C0E-D04E-40B1-A8E3-F1898AB46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CFCC12-0E76-42EA-A5AC-7909A5C51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182783-6EB2-40FF-9DCA-0AD4BAB86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FC12-57CC-4AD7-9BE0-417566749119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D6E5584-1683-4B6C-9474-628FCB336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0A6B4B-14F6-41E3-BC32-3137FB805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23FD-D451-4851-A72C-02518090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536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3833DD-F812-4811-9EAB-1BBD42AB0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587A80-D9FB-4183-B6F6-75608802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FC12-57CC-4AD7-9BE0-417566749119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BFD24F-CBDE-418A-8DE1-3D513F21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48D8B7-3A81-41D1-B5D4-1DB06CC1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23FD-D451-4851-A72C-02518090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485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EBC14C-C10C-4E8E-B8B2-0AC73B60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FC12-57CC-4AD7-9BE0-417566749119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96EBB2-1466-4DBB-A5D9-C18896F6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D7C847-9286-4BC0-B3E4-3E21ABC1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23FD-D451-4851-A72C-02518090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712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87127-3FD0-4CDE-AE56-B8C363164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38E95E-9A49-4D46-93A6-96E4A13E9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F886EB-0225-4289-80DD-CBCE7ABB6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C0B284-6B79-4840-A99D-E95740D6B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FC12-57CC-4AD7-9BE0-417566749119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650B41-F4B8-4CB2-8F17-18BD8983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77C00-D8E4-4246-9B0A-3702E35E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23FD-D451-4851-A72C-02518090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719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FA1C29-45A4-4E36-B20C-6478D412C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847907-2588-4C60-BD2D-825FA7C94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8E1AA9-D9AB-4B5F-8C71-DD1E452B3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0502E5-63C3-4AE4-8713-88EA544C5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FC12-57CC-4AD7-9BE0-417566749119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850C8C-4165-45CD-AB2F-BD9CF8EC8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8618D3-A1A8-4B3F-A1E1-F0C89C1F5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23FD-D451-4851-A72C-02518090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334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E41A3-5479-49A4-AEDF-395CD6E1E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848B2E-9CD9-467B-A42B-140FD2351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807B27-CAEF-48B7-B612-9DD1D2FC3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FC12-57CC-4AD7-9BE0-417566749119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A9402-97E5-4DD8-86CE-A076C8550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7CDFD9-876B-4517-8447-394DBAC2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23FD-D451-4851-A72C-02518090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454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44B9C9-ADA7-42E4-9804-0E27CD62A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839E9E-2918-4FA8-98BD-6EEFDBD31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6FF4E7-46D7-4345-BE4B-211945AEE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5FC12-57CC-4AD7-9BE0-417566749119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64118F-D4B9-4F60-A7A4-574E1868E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EFDE39-EB9E-4B4C-9858-860060B0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23FD-D451-4851-A72C-02518090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347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63656C-48A5-4AE9-9CC8-7E4B21E7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C98149-2C3D-434C-A1A3-6764973DF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57B439-6786-43A4-8980-00C5E8578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5FC12-57CC-4AD7-9BE0-417566749119}" type="datetimeFigureOut">
              <a:rPr lang="zh-CN" altLang="en-US" smtClean="0"/>
              <a:t>2026-07-12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D1B55B-2AF4-4B1C-AA05-502D4FFDF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265FF7-1F18-4D85-80FD-0492EB273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23FD-D451-4851-A72C-025180901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937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4.png"/><Relationship Id="rId21" Type="http://schemas.openxmlformats.org/officeDocument/2006/relationships/image" Target="../media/image29.png"/><Relationship Id="rId42" Type="http://schemas.openxmlformats.org/officeDocument/2006/relationships/image" Target="../media/image50.png"/><Relationship Id="rId47" Type="http://schemas.openxmlformats.org/officeDocument/2006/relationships/image" Target="../media/image55.png"/><Relationship Id="rId63" Type="http://schemas.openxmlformats.org/officeDocument/2006/relationships/image" Target="../media/image71.png"/><Relationship Id="rId68" Type="http://schemas.openxmlformats.org/officeDocument/2006/relationships/image" Target="../media/image76.png"/><Relationship Id="rId84" Type="http://schemas.openxmlformats.org/officeDocument/2006/relationships/image" Target="../media/image92.png"/><Relationship Id="rId89" Type="http://schemas.openxmlformats.org/officeDocument/2006/relationships/image" Target="../media/image97.png"/><Relationship Id="rId16" Type="http://schemas.openxmlformats.org/officeDocument/2006/relationships/image" Target="../media/image24.png"/><Relationship Id="rId11" Type="http://schemas.openxmlformats.org/officeDocument/2006/relationships/image" Target="../media/image19.png"/><Relationship Id="rId32" Type="http://schemas.openxmlformats.org/officeDocument/2006/relationships/image" Target="../media/image40.png"/><Relationship Id="rId37" Type="http://schemas.openxmlformats.org/officeDocument/2006/relationships/image" Target="../media/image45.png"/><Relationship Id="rId53" Type="http://schemas.openxmlformats.org/officeDocument/2006/relationships/image" Target="../media/image61.png"/><Relationship Id="rId58" Type="http://schemas.openxmlformats.org/officeDocument/2006/relationships/image" Target="../media/image66.png"/><Relationship Id="rId74" Type="http://schemas.openxmlformats.org/officeDocument/2006/relationships/image" Target="../media/image82.png"/><Relationship Id="rId79" Type="http://schemas.openxmlformats.org/officeDocument/2006/relationships/image" Target="../media/image87.png"/><Relationship Id="rId102" Type="http://schemas.openxmlformats.org/officeDocument/2006/relationships/image" Target="../media/image110.png"/><Relationship Id="rId5" Type="http://schemas.openxmlformats.org/officeDocument/2006/relationships/image" Target="../media/image13.png"/><Relationship Id="rId90" Type="http://schemas.openxmlformats.org/officeDocument/2006/relationships/image" Target="../media/image98.png"/><Relationship Id="rId95" Type="http://schemas.openxmlformats.org/officeDocument/2006/relationships/image" Target="../media/image103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43" Type="http://schemas.openxmlformats.org/officeDocument/2006/relationships/image" Target="../media/image51.png"/><Relationship Id="rId48" Type="http://schemas.openxmlformats.org/officeDocument/2006/relationships/image" Target="../media/image56.png"/><Relationship Id="rId64" Type="http://schemas.openxmlformats.org/officeDocument/2006/relationships/image" Target="../media/image72.png"/><Relationship Id="rId69" Type="http://schemas.openxmlformats.org/officeDocument/2006/relationships/image" Target="../media/image77.png"/><Relationship Id="rId80" Type="http://schemas.openxmlformats.org/officeDocument/2006/relationships/image" Target="../media/image88.png"/><Relationship Id="rId85" Type="http://schemas.openxmlformats.org/officeDocument/2006/relationships/image" Target="../media/image93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38" Type="http://schemas.openxmlformats.org/officeDocument/2006/relationships/image" Target="../media/image46.png"/><Relationship Id="rId46" Type="http://schemas.openxmlformats.org/officeDocument/2006/relationships/image" Target="../media/image54.png"/><Relationship Id="rId59" Type="http://schemas.openxmlformats.org/officeDocument/2006/relationships/image" Target="../media/image67.png"/><Relationship Id="rId67" Type="http://schemas.openxmlformats.org/officeDocument/2006/relationships/image" Target="../media/image75.png"/><Relationship Id="rId103" Type="http://schemas.openxmlformats.org/officeDocument/2006/relationships/image" Target="../media/image111.png"/><Relationship Id="rId20" Type="http://schemas.openxmlformats.org/officeDocument/2006/relationships/image" Target="../media/image28.png"/><Relationship Id="rId41" Type="http://schemas.openxmlformats.org/officeDocument/2006/relationships/image" Target="../media/image49.png"/><Relationship Id="rId54" Type="http://schemas.openxmlformats.org/officeDocument/2006/relationships/image" Target="../media/image62.png"/><Relationship Id="rId62" Type="http://schemas.openxmlformats.org/officeDocument/2006/relationships/image" Target="../media/image70.png"/><Relationship Id="rId70" Type="http://schemas.openxmlformats.org/officeDocument/2006/relationships/image" Target="../media/image78.png"/><Relationship Id="rId75" Type="http://schemas.openxmlformats.org/officeDocument/2006/relationships/image" Target="../media/image83.png"/><Relationship Id="rId83" Type="http://schemas.openxmlformats.org/officeDocument/2006/relationships/image" Target="../media/image91.png"/><Relationship Id="rId88" Type="http://schemas.openxmlformats.org/officeDocument/2006/relationships/image" Target="../media/image96.png"/><Relationship Id="rId91" Type="http://schemas.openxmlformats.org/officeDocument/2006/relationships/image" Target="../media/image99.png"/><Relationship Id="rId96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36" Type="http://schemas.openxmlformats.org/officeDocument/2006/relationships/image" Target="../media/image44.png"/><Relationship Id="rId49" Type="http://schemas.openxmlformats.org/officeDocument/2006/relationships/image" Target="../media/image57.png"/><Relationship Id="rId57" Type="http://schemas.openxmlformats.org/officeDocument/2006/relationships/image" Target="../media/image65.png"/><Relationship Id="rId10" Type="http://schemas.openxmlformats.org/officeDocument/2006/relationships/image" Target="../media/image18.png"/><Relationship Id="rId31" Type="http://schemas.openxmlformats.org/officeDocument/2006/relationships/image" Target="../media/image39.png"/><Relationship Id="rId44" Type="http://schemas.openxmlformats.org/officeDocument/2006/relationships/image" Target="../media/image52.png"/><Relationship Id="rId52" Type="http://schemas.openxmlformats.org/officeDocument/2006/relationships/image" Target="../media/image60.png"/><Relationship Id="rId60" Type="http://schemas.openxmlformats.org/officeDocument/2006/relationships/image" Target="../media/image9.png"/><Relationship Id="rId65" Type="http://schemas.openxmlformats.org/officeDocument/2006/relationships/image" Target="../media/image73.png"/><Relationship Id="rId73" Type="http://schemas.openxmlformats.org/officeDocument/2006/relationships/image" Target="../media/image81.png"/><Relationship Id="rId78" Type="http://schemas.openxmlformats.org/officeDocument/2006/relationships/image" Target="../media/image86.png"/><Relationship Id="rId81" Type="http://schemas.openxmlformats.org/officeDocument/2006/relationships/image" Target="../media/image89.png"/><Relationship Id="rId86" Type="http://schemas.openxmlformats.org/officeDocument/2006/relationships/image" Target="../media/image94.png"/><Relationship Id="rId94" Type="http://schemas.openxmlformats.org/officeDocument/2006/relationships/image" Target="../media/image102.png"/><Relationship Id="rId99" Type="http://schemas.openxmlformats.org/officeDocument/2006/relationships/image" Target="../media/image107.png"/><Relationship Id="rId101" Type="http://schemas.openxmlformats.org/officeDocument/2006/relationships/image" Target="../media/image109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9" Type="http://schemas.openxmlformats.org/officeDocument/2006/relationships/image" Target="../media/image47.png"/><Relationship Id="rId34" Type="http://schemas.openxmlformats.org/officeDocument/2006/relationships/image" Target="../media/image42.png"/><Relationship Id="rId50" Type="http://schemas.openxmlformats.org/officeDocument/2006/relationships/image" Target="../media/image58.png"/><Relationship Id="rId55" Type="http://schemas.openxmlformats.org/officeDocument/2006/relationships/image" Target="../media/image63.png"/><Relationship Id="rId76" Type="http://schemas.openxmlformats.org/officeDocument/2006/relationships/image" Target="../media/image84.png"/><Relationship Id="rId97" Type="http://schemas.openxmlformats.org/officeDocument/2006/relationships/image" Target="../media/image105.png"/><Relationship Id="rId7" Type="http://schemas.openxmlformats.org/officeDocument/2006/relationships/image" Target="../media/image15.png"/><Relationship Id="rId71" Type="http://schemas.openxmlformats.org/officeDocument/2006/relationships/image" Target="../media/image79.png"/><Relationship Id="rId92" Type="http://schemas.openxmlformats.org/officeDocument/2006/relationships/image" Target="../media/image100.png"/><Relationship Id="rId2" Type="http://schemas.openxmlformats.org/officeDocument/2006/relationships/notesSlide" Target="../notesSlides/notesSlide3.xml"/><Relationship Id="rId29" Type="http://schemas.openxmlformats.org/officeDocument/2006/relationships/image" Target="../media/image37.png"/><Relationship Id="rId24" Type="http://schemas.openxmlformats.org/officeDocument/2006/relationships/image" Target="../media/image32.png"/><Relationship Id="rId40" Type="http://schemas.openxmlformats.org/officeDocument/2006/relationships/image" Target="../media/image48.png"/><Relationship Id="rId45" Type="http://schemas.openxmlformats.org/officeDocument/2006/relationships/image" Target="../media/image53.png"/><Relationship Id="rId66" Type="http://schemas.openxmlformats.org/officeDocument/2006/relationships/image" Target="../media/image74.png"/><Relationship Id="rId87" Type="http://schemas.openxmlformats.org/officeDocument/2006/relationships/image" Target="../media/image95.png"/><Relationship Id="rId61" Type="http://schemas.openxmlformats.org/officeDocument/2006/relationships/image" Target="../media/image10.png"/><Relationship Id="rId82" Type="http://schemas.openxmlformats.org/officeDocument/2006/relationships/image" Target="../media/image90.png"/><Relationship Id="rId19" Type="http://schemas.openxmlformats.org/officeDocument/2006/relationships/image" Target="../media/image27.png"/><Relationship Id="rId14" Type="http://schemas.openxmlformats.org/officeDocument/2006/relationships/image" Target="../media/image22.png"/><Relationship Id="rId30" Type="http://schemas.openxmlformats.org/officeDocument/2006/relationships/image" Target="../media/image38.png"/><Relationship Id="rId35" Type="http://schemas.openxmlformats.org/officeDocument/2006/relationships/image" Target="../media/image43.png"/><Relationship Id="rId56" Type="http://schemas.openxmlformats.org/officeDocument/2006/relationships/image" Target="../media/image64.png"/><Relationship Id="rId77" Type="http://schemas.openxmlformats.org/officeDocument/2006/relationships/image" Target="../media/image85.png"/><Relationship Id="rId100" Type="http://schemas.openxmlformats.org/officeDocument/2006/relationships/image" Target="../media/image108.png"/><Relationship Id="rId8" Type="http://schemas.openxmlformats.org/officeDocument/2006/relationships/image" Target="../media/image16.png"/><Relationship Id="rId51" Type="http://schemas.openxmlformats.org/officeDocument/2006/relationships/image" Target="../media/image59.png"/><Relationship Id="rId72" Type="http://schemas.openxmlformats.org/officeDocument/2006/relationships/image" Target="../media/image80.png"/><Relationship Id="rId93" Type="http://schemas.openxmlformats.org/officeDocument/2006/relationships/image" Target="../media/image101.png"/><Relationship Id="rId98" Type="http://schemas.openxmlformats.org/officeDocument/2006/relationships/image" Target="../media/image106.png"/><Relationship Id="rId3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jpeg"/><Relationship Id="rId13" Type="http://schemas.microsoft.com/office/2007/relationships/hdphoto" Target="../media/hdphoto3.wdp"/><Relationship Id="rId18" Type="http://schemas.openxmlformats.org/officeDocument/2006/relationships/image" Target="../media/image123.png"/><Relationship Id="rId26" Type="http://schemas.openxmlformats.org/officeDocument/2006/relationships/image" Target="../media/image128.png"/><Relationship Id="rId3" Type="http://schemas.openxmlformats.org/officeDocument/2006/relationships/image" Target="../media/image1110.png"/><Relationship Id="rId21" Type="http://schemas.openxmlformats.org/officeDocument/2006/relationships/image" Target="../media/image126.png"/><Relationship Id="rId7" Type="http://schemas.openxmlformats.org/officeDocument/2006/relationships/image" Target="../media/image112.png"/><Relationship Id="rId12" Type="http://schemas.openxmlformats.org/officeDocument/2006/relationships/image" Target="../media/image115.png"/><Relationship Id="rId17" Type="http://schemas.openxmlformats.org/officeDocument/2006/relationships/image" Target="../media/image122.png"/><Relationship Id="rId25" Type="http://schemas.openxmlformats.org/officeDocument/2006/relationships/image" Target="../media/image12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21.png"/><Relationship Id="rId20" Type="http://schemas.openxmlformats.org/officeDocument/2006/relationships/image" Target="../media/image125.png"/><Relationship Id="rId29" Type="http://schemas.openxmlformats.org/officeDocument/2006/relationships/image" Target="../media/image13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microsoft.com/office/2007/relationships/hdphoto" Target="../media/hdphoto2.wdp"/><Relationship Id="rId24" Type="http://schemas.openxmlformats.org/officeDocument/2006/relationships/image" Target="../media/image121.svg"/><Relationship Id="rId5" Type="http://schemas.microsoft.com/office/2007/relationships/hdphoto" Target="../media/hdphoto1.wdp"/><Relationship Id="rId15" Type="http://schemas.openxmlformats.org/officeDocument/2006/relationships/image" Target="../media/image118.png"/><Relationship Id="rId23" Type="http://schemas.openxmlformats.org/officeDocument/2006/relationships/image" Target="../media/image120.png"/><Relationship Id="rId28" Type="http://schemas.openxmlformats.org/officeDocument/2006/relationships/image" Target="../media/image130.png"/><Relationship Id="rId10" Type="http://schemas.openxmlformats.org/officeDocument/2006/relationships/image" Target="../media/image114.png"/><Relationship Id="rId19" Type="http://schemas.openxmlformats.org/officeDocument/2006/relationships/image" Target="../media/image124.png"/><Relationship Id="rId31" Type="http://schemas.openxmlformats.org/officeDocument/2006/relationships/image" Target="../media/image136.png"/><Relationship Id="rId4" Type="http://schemas.openxmlformats.org/officeDocument/2006/relationships/image" Target="../media/image68.png"/><Relationship Id="rId9" Type="http://schemas.openxmlformats.org/officeDocument/2006/relationships/image" Target="../media/image116.png"/><Relationship Id="rId14" Type="http://schemas.openxmlformats.org/officeDocument/2006/relationships/image" Target="../media/image117.png"/><Relationship Id="rId22" Type="http://schemas.openxmlformats.org/officeDocument/2006/relationships/image" Target="../media/image119.png"/><Relationship Id="rId27" Type="http://schemas.openxmlformats.org/officeDocument/2006/relationships/image" Target="../media/image129.png"/><Relationship Id="rId30" Type="http://schemas.openxmlformats.org/officeDocument/2006/relationships/image" Target="../media/image13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66.png"/><Relationship Id="rId18" Type="http://schemas.openxmlformats.org/officeDocument/2006/relationships/image" Target="../media/image148.svg"/><Relationship Id="rId26" Type="http://schemas.openxmlformats.org/officeDocument/2006/relationships/image" Target="../media/image156.svg"/><Relationship Id="rId3" Type="http://schemas.openxmlformats.org/officeDocument/2006/relationships/image" Target="../media/image138.png"/><Relationship Id="rId21" Type="http://schemas.openxmlformats.org/officeDocument/2006/relationships/image" Target="../media/image151.png"/><Relationship Id="rId7" Type="http://schemas.openxmlformats.org/officeDocument/2006/relationships/image" Target="../media/image141.png"/><Relationship Id="rId17" Type="http://schemas.openxmlformats.org/officeDocument/2006/relationships/image" Target="../media/image147.png"/><Relationship Id="rId25" Type="http://schemas.openxmlformats.org/officeDocument/2006/relationships/image" Target="../media/image15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46.svg"/><Relationship Id="rId20" Type="http://schemas.openxmlformats.org/officeDocument/2006/relationships/image" Target="../media/image150.svg"/><Relationship Id="rId29" Type="http://schemas.openxmlformats.org/officeDocument/2006/relationships/image" Target="../media/image159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24" Type="http://schemas.openxmlformats.org/officeDocument/2006/relationships/image" Target="../media/image154.svg"/><Relationship Id="rId32" Type="http://schemas.openxmlformats.org/officeDocument/2006/relationships/image" Target="../media/image161.svg"/><Relationship Id="rId5" Type="http://schemas.openxmlformats.org/officeDocument/2006/relationships/image" Target="../media/image140.png"/><Relationship Id="rId15" Type="http://schemas.openxmlformats.org/officeDocument/2006/relationships/image" Target="../media/image145.png"/><Relationship Id="rId23" Type="http://schemas.openxmlformats.org/officeDocument/2006/relationships/image" Target="../media/image153.png"/><Relationship Id="rId28" Type="http://schemas.openxmlformats.org/officeDocument/2006/relationships/image" Target="../media/image158.svg"/><Relationship Id="rId10" Type="http://schemas.openxmlformats.org/officeDocument/2006/relationships/image" Target="../media/image144.png"/><Relationship Id="rId19" Type="http://schemas.openxmlformats.org/officeDocument/2006/relationships/image" Target="../media/image149.png"/><Relationship Id="rId31" Type="http://schemas.openxmlformats.org/officeDocument/2006/relationships/image" Target="../media/image160.png"/><Relationship Id="rId4" Type="http://schemas.openxmlformats.org/officeDocument/2006/relationships/image" Target="../media/image139.png"/><Relationship Id="rId9" Type="http://schemas.openxmlformats.org/officeDocument/2006/relationships/image" Target="../media/image143.svg"/><Relationship Id="rId14" Type="http://schemas.openxmlformats.org/officeDocument/2006/relationships/image" Target="../media/image167.png"/><Relationship Id="rId22" Type="http://schemas.openxmlformats.org/officeDocument/2006/relationships/image" Target="../media/image152.svg"/><Relationship Id="rId27" Type="http://schemas.openxmlformats.org/officeDocument/2006/relationships/image" Target="../media/image157.png"/><Relationship Id="rId30" Type="http://schemas.openxmlformats.org/officeDocument/2006/relationships/image" Target="../media/image2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237A9E8-9DB7-4991-AFEB-871F32F71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81156" y="-466549"/>
            <a:ext cx="9377156" cy="68580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0D0DC5C-EF84-4392-9C71-16BD40F436C3}"/>
              </a:ext>
            </a:extLst>
          </p:cNvPr>
          <p:cNvCxnSpPr/>
          <p:nvPr/>
        </p:nvCxnSpPr>
        <p:spPr>
          <a:xfrm>
            <a:off x="4191234" y="1998778"/>
            <a:ext cx="0" cy="2326640"/>
          </a:xfrm>
          <a:prstGeom prst="straightConnector1">
            <a:avLst/>
          </a:prstGeom>
          <a:ln w="63500">
            <a:solidFill>
              <a:srgbClr val="D17557"/>
            </a:solidFill>
            <a:headEnd type="triangle"/>
            <a:tailEnd type="triangle"/>
          </a:ln>
          <a:effectLst>
            <a:glow rad="254000">
              <a:srgbClr val="FFB781">
                <a:alpha val="40000"/>
              </a:srgbClr>
            </a:glow>
            <a:outerShdw blurRad="63500" sx="102000" sy="102000" algn="ctr" rotWithShape="0">
              <a:schemeClr val="accent2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BA055B71-7DA6-43A3-B269-4B3597CCFD6C}"/>
              </a:ext>
            </a:extLst>
          </p:cNvPr>
          <p:cNvSpPr/>
          <p:nvPr/>
        </p:nvSpPr>
        <p:spPr>
          <a:xfrm>
            <a:off x="3970395" y="1425068"/>
            <a:ext cx="441679" cy="451413"/>
          </a:xfrm>
          <a:prstGeom prst="ellipse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  <a:effectLst>
            <a:glow rad="63500">
              <a:schemeClr val="accent2">
                <a:lumMod val="20000"/>
                <a:lumOff val="8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D1DFE02D-733B-47E0-BEBD-5977F6E0F8D2}"/>
              </a:ext>
            </a:extLst>
          </p:cNvPr>
          <p:cNvSpPr/>
          <p:nvPr/>
        </p:nvSpPr>
        <p:spPr>
          <a:xfrm>
            <a:off x="2829509" y="4099712"/>
            <a:ext cx="441679" cy="451413"/>
          </a:xfrm>
          <a:prstGeom prst="ellipse">
            <a:avLst/>
          </a:prstGeom>
          <a:solidFill>
            <a:schemeClr val="accent2">
              <a:lumMod val="40000"/>
              <a:lumOff val="60000"/>
              <a:alpha val="20000"/>
            </a:schemeClr>
          </a:solidFill>
          <a:ln>
            <a:noFill/>
          </a:ln>
          <a:effectLst>
            <a:glow rad="63500">
              <a:schemeClr val="accent2">
                <a:lumMod val="20000"/>
                <a:lumOff val="8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7AC45A4-D34C-44B0-B134-7AC29BF29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125" y="-466549"/>
            <a:ext cx="9377156" cy="6858000"/>
          </a:xfrm>
          <a:prstGeom prst="rect">
            <a:avLst/>
          </a:prstGeom>
          <a:ln w="38100">
            <a:solidFill>
              <a:schemeClr val="accent2"/>
            </a:solidFill>
            <a:prstDash val="solid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56979BD-E659-491E-B343-EB9DA8D2BC5D}"/>
              </a:ext>
            </a:extLst>
          </p:cNvPr>
          <p:cNvCxnSpPr>
            <a:cxnSpLocks/>
          </p:cNvCxnSpPr>
          <p:nvPr/>
        </p:nvCxnSpPr>
        <p:spPr>
          <a:xfrm>
            <a:off x="12882149" y="1061165"/>
            <a:ext cx="0" cy="2113474"/>
          </a:xfrm>
          <a:prstGeom prst="straightConnector1">
            <a:avLst/>
          </a:prstGeom>
          <a:ln w="63500">
            <a:solidFill>
              <a:schemeClr val="accent6"/>
            </a:solidFill>
            <a:headEnd type="triangle"/>
            <a:tailEnd type="triangle"/>
          </a:ln>
          <a:effectLst>
            <a:glow rad="254000">
              <a:schemeClr val="accent6">
                <a:alpha val="40000"/>
              </a:schemeClr>
            </a:glow>
            <a:outerShdw blurRad="63500" sx="102000" sy="102000" algn="ctr" rotWithShape="0">
              <a:schemeClr val="accent6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>
            <a:extLst>
              <a:ext uri="{FF2B5EF4-FFF2-40B4-BE49-F238E27FC236}">
                <a16:creationId xmlns:a16="http://schemas.microsoft.com/office/drawing/2014/main" id="{FA92F8FB-33F3-49CD-AF73-4BCEDD8C27BB}"/>
              </a:ext>
            </a:extLst>
          </p:cNvPr>
          <p:cNvSpPr/>
          <p:nvPr/>
        </p:nvSpPr>
        <p:spPr>
          <a:xfrm>
            <a:off x="12661309" y="517154"/>
            <a:ext cx="441679" cy="451413"/>
          </a:xfrm>
          <a:prstGeom prst="ellipse">
            <a:avLst/>
          </a:prstGeom>
          <a:solidFill>
            <a:schemeClr val="accent6">
              <a:alpha val="20000"/>
            </a:schemeClr>
          </a:solidFill>
          <a:ln>
            <a:noFill/>
          </a:ln>
          <a:effectLst>
            <a:glow rad="63500">
              <a:schemeClr val="accent6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44CCD42-2E8E-4FC1-93DC-606C621DF252}"/>
              </a:ext>
            </a:extLst>
          </p:cNvPr>
          <p:cNvSpPr/>
          <p:nvPr/>
        </p:nvSpPr>
        <p:spPr>
          <a:xfrm>
            <a:off x="-3281157" y="6666929"/>
            <a:ext cx="9377156" cy="1357518"/>
          </a:xfrm>
          <a:prstGeom prst="roundRect">
            <a:avLst/>
          </a:prstGeom>
          <a:solidFill>
            <a:srgbClr val="EEF3FD"/>
          </a:solidFill>
          <a:ln w="50800">
            <a:solidFill>
              <a:srgbClr val="8099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99D52AE2-A82D-45D3-BF51-C59B7E292977}"/>
              </a:ext>
            </a:extLst>
          </p:cNvPr>
          <p:cNvSpPr/>
          <p:nvPr/>
        </p:nvSpPr>
        <p:spPr>
          <a:xfrm>
            <a:off x="6504123" y="6666929"/>
            <a:ext cx="9377156" cy="1357518"/>
          </a:xfrm>
          <a:prstGeom prst="roundRect">
            <a:avLst/>
          </a:prstGeom>
          <a:solidFill>
            <a:srgbClr val="FFF5ED"/>
          </a:solidFill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8BC29567-820B-4FF7-BC97-D3D3086A7A62}"/>
              </a:ext>
            </a:extLst>
          </p:cNvPr>
          <p:cNvSpPr/>
          <p:nvPr/>
        </p:nvSpPr>
        <p:spPr>
          <a:xfrm>
            <a:off x="-3118897" y="6758342"/>
            <a:ext cx="1175668" cy="1177878"/>
          </a:xfrm>
          <a:prstGeom prst="ellipse">
            <a:avLst/>
          </a:prstGeom>
          <a:solidFill>
            <a:srgbClr val="EEF3FD"/>
          </a:solidFill>
          <a:ln w="38100">
            <a:solidFill>
              <a:srgbClr val="4769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图形 36" descr="上升趋势条形图 纯色填充">
            <a:extLst>
              <a:ext uri="{FF2B5EF4-FFF2-40B4-BE49-F238E27FC236}">
                <a16:creationId xmlns:a16="http://schemas.microsoft.com/office/drawing/2014/main" id="{AB8A42A2-FE21-4498-8CB7-A2D8E0FBC3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910158" y="6974011"/>
            <a:ext cx="758189" cy="758189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315ACE1A-0FD2-4167-9266-EE300EDEC808}"/>
              </a:ext>
            </a:extLst>
          </p:cNvPr>
          <p:cNvSpPr txBox="1"/>
          <p:nvPr/>
        </p:nvSpPr>
        <p:spPr>
          <a:xfrm>
            <a:off x="-1943229" y="6801353"/>
            <a:ext cx="75114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much the current step changes from the previous step.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FA466DF5-7494-42FF-9425-90E29F1364F3}"/>
              </a:ext>
            </a:extLst>
          </p:cNvPr>
          <p:cNvSpPr/>
          <p:nvPr/>
        </p:nvSpPr>
        <p:spPr>
          <a:xfrm>
            <a:off x="6657490" y="6758342"/>
            <a:ext cx="1175668" cy="1177878"/>
          </a:xfrm>
          <a:prstGeom prst="ellipse">
            <a:avLst/>
          </a:prstGeom>
          <a:solidFill>
            <a:srgbClr val="FFF5ED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形 45" descr="上升趋势 纯色填充">
            <a:extLst>
              <a:ext uri="{FF2B5EF4-FFF2-40B4-BE49-F238E27FC236}">
                <a16:creationId xmlns:a16="http://schemas.microsoft.com/office/drawing/2014/main" id="{CDADBE14-C9C1-4AE5-ADD4-62E127AB55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5744" y="6887982"/>
            <a:ext cx="914400" cy="914400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8B4BD0E3-45D6-4020-87AC-6AEE517C8C5A}"/>
              </a:ext>
            </a:extLst>
          </p:cNvPr>
          <p:cNvSpPr txBox="1"/>
          <p:nvPr/>
        </p:nvSpPr>
        <p:spPr>
          <a:xfrm>
            <a:off x="7695823" y="6793232"/>
            <a:ext cx="795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far the current step deviates from nearby temporal context.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001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FB48-9F86-F39C-345C-65E9FCA28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F1BDEE0-2074-4927-A1AB-E88A71D7952F}"/>
              </a:ext>
            </a:extLst>
          </p:cNvPr>
          <p:cNvSpPr/>
          <p:nvPr/>
        </p:nvSpPr>
        <p:spPr>
          <a:xfrm>
            <a:off x="7666652" y="4759130"/>
            <a:ext cx="3301622" cy="1090037"/>
          </a:xfrm>
          <a:prstGeom prst="roundRect">
            <a:avLst>
              <a:gd name="adj" fmla="val 7004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altLang="zh-CN" sz="2000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Volatility-aware </a:t>
            </a:r>
            <a:r>
              <a:rPr lang="en-US" altLang="zh-CN" sz="2000" b="0" i="0" dirty="0" err="1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spatio</a:t>
            </a:r>
            <a:r>
              <a:rPr lang="en-US" altLang="zh-CN" sz="2000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-temporal features.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24A9A95-43CF-4CC9-906A-BAE66144DBB7}"/>
              </a:ext>
            </a:extLst>
          </p:cNvPr>
          <p:cNvSpPr/>
          <p:nvPr/>
        </p:nvSpPr>
        <p:spPr>
          <a:xfrm>
            <a:off x="-3808385" y="-2302455"/>
            <a:ext cx="15858896" cy="15392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Scenario:</a:t>
            </a:r>
            <a:r>
              <a:rPr lang="en-US" altLang="zh-CN" sz="2800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2400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Non-stationary traffic flow dynamics</a:t>
            </a:r>
            <a:endParaRPr lang="en-US" altLang="zh-CN" sz="2000" b="0" i="0" dirty="0">
              <a:solidFill>
                <a:srgbClr val="1A1C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8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altLang="zh-CN" sz="2800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2400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fluctuation-aware temporal representations from high-dimensional </a:t>
            </a:r>
            <a:r>
              <a:rPr lang="en-US" altLang="zh-CN" sz="2400" b="0" i="0" dirty="0" err="1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spatio</a:t>
            </a:r>
            <a:r>
              <a:rPr lang="en-US" altLang="zh-CN" sz="2400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-temporal features while preserving trend continuity and abrupt-change responsiveness.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649DA21-A8CF-41FA-A844-88A9B3A9373E}"/>
              </a:ext>
            </a:extLst>
          </p:cNvPr>
          <p:cNvSpPr/>
          <p:nvPr/>
        </p:nvSpPr>
        <p:spPr>
          <a:xfrm>
            <a:off x="-4350846" y="-527446"/>
            <a:ext cx="5448125" cy="8768630"/>
          </a:xfrm>
          <a:prstGeom prst="roundRect">
            <a:avLst>
              <a:gd name="adj" fmla="val 7004"/>
            </a:avLst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62ACEC8-FF23-4E9C-BA5E-3540B9C150B4}"/>
              </a:ext>
            </a:extLst>
          </p:cNvPr>
          <p:cNvSpPr/>
          <p:nvPr/>
        </p:nvSpPr>
        <p:spPr>
          <a:xfrm>
            <a:off x="-4350846" y="-573050"/>
            <a:ext cx="5448124" cy="683672"/>
          </a:xfrm>
          <a:prstGeom prst="roundRect">
            <a:avLst>
              <a:gd name="adj" fmla="val 35374"/>
            </a:avLst>
          </a:prstGeom>
          <a:solidFill>
            <a:srgbClr val="01437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Volatility-aware Feature Enhancement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77EB7A2-D95E-45C5-8AEC-9BFFC83B0A9C}"/>
              </a:ext>
            </a:extLst>
          </p:cNvPr>
          <p:cNvSpPr/>
          <p:nvPr/>
        </p:nvSpPr>
        <p:spPr>
          <a:xfrm>
            <a:off x="-4216532" y="233384"/>
            <a:ext cx="5178685" cy="11201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Q1: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Volatility information is hidden in high-dimensional features and is difficult to directly exploit.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8D523BE-993D-40DA-A8EB-F1966614CB5F}"/>
              </a:ext>
            </a:extLst>
          </p:cNvPr>
          <p:cNvSpPr/>
          <p:nvPr/>
        </p:nvSpPr>
        <p:spPr>
          <a:xfrm>
            <a:off x="-4216400" y="1513077"/>
            <a:ext cx="5178685" cy="11201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20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Stage 1-1: </a:t>
            </a:r>
            <a:r>
              <a:rPr lang="en-US" altLang="zh-CN" sz="200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latent volatility features from raw high-dimensional representations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5699A82E-8C0E-4892-94B1-0BEAC3C8EC90}"/>
              </a:ext>
            </a:extLst>
          </p:cNvPr>
          <p:cNvSpPr/>
          <p:nvPr/>
        </p:nvSpPr>
        <p:spPr>
          <a:xfrm>
            <a:off x="-4216530" y="2832065"/>
            <a:ext cx="5178684" cy="11201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Volatility magnitude alone is insufficient and is susceptible to noise, local trends, and instantaneous changes. 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0D059F4-4FAA-4CDF-B89A-9CE73FEF26E6}"/>
              </a:ext>
            </a:extLst>
          </p:cNvPr>
          <p:cNvSpPr/>
          <p:nvPr/>
        </p:nvSpPr>
        <p:spPr>
          <a:xfrm>
            <a:off x="-4216530" y="4111758"/>
            <a:ext cx="5178684" cy="11201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Stage 1-2: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Generate volatility scores and volatility masks to characterize volatility intensity and key fluctuation locations, respectively.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A993805D-56EA-49A8-B4C0-468809F6AB50}"/>
              </a:ext>
            </a:extLst>
          </p:cNvPr>
          <p:cNvSpPr/>
          <p:nvPr/>
        </p:nvSpPr>
        <p:spPr>
          <a:xfrm>
            <a:off x="-4216531" y="5443427"/>
            <a:ext cx="5178683" cy="11201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Q3:</a:t>
            </a:r>
            <a:r>
              <a:rPr lang="en-US" altLang="zh-CN" b="0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After detecting volatility, how can volatility information be further fed back into feature representations?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A96C0B3-28C1-488C-B298-A8FC378A5B20}"/>
              </a:ext>
            </a:extLst>
          </p:cNvPr>
          <p:cNvSpPr/>
          <p:nvPr/>
        </p:nvSpPr>
        <p:spPr>
          <a:xfrm>
            <a:off x="-4216532" y="6793964"/>
            <a:ext cx="5178682" cy="11201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1-3: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Inject volatility locations, volatility intensity, and correction information into the original temporal features. 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A977037-8116-45FE-ABF5-9D5967015B28}"/>
              </a:ext>
            </a:extLst>
          </p:cNvPr>
          <p:cNvSpPr/>
          <p:nvPr/>
        </p:nvSpPr>
        <p:spPr>
          <a:xfrm>
            <a:off x="1499381" y="-527446"/>
            <a:ext cx="5448125" cy="8768630"/>
          </a:xfrm>
          <a:prstGeom prst="roundRect">
            <a:avLst>
              <a:gd name="adj" fmla="val 7004"/>
            </a:avLst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72137522-47CD-4785-8492-E4830F767CB3}"/>
              </a:ext>
            </a:extLst>
          </p:cNvPr>
          <p:cNvSpPr/>
          <p:nvPr/>
        </p:nvSpPr>
        <p:spPr>
          <a:xfrm>
            <a:off x="7349608" y="-527446"/>
            <a:ext cx="5065912" cy="4752279"/>
          </a:xfrm>
          <a:prstGeom prst="roundRect">
            <a:avLst>
              <a:gd name="adj" fmla="val 7004"/>
            </a:avLst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5659E87-5E36-42CF-AE8E-E444F4685E17}"/>
              </a:ext>
            </a:extLst>
          </p:cNvPr>
          <p:cNvSpPr/>
          <p:nvPr/>
        </p:nvSpPr>
        <p:spPr>
          <a:xfrm>
            <a:off x="1478858" y="-576230"/>
            <a:ext cx="5468647" cy="683672"/>
          </a:xfrm>
          <a:prstGeom prst="roundRect">
            <a:avLst>
              <a:gd name="adj" fmla="val 37188"/>
            </a:avLst>
          </a:prstGeom>
          <a:solidFill>
            <a:srgbClr val="01437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Overlapped Trend-Event Temporal Fusion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0AD0129-765C-4D8D-A21C-4CD53E5840DE}"/>
              </a:ext>
            </a:extLst>
          </p:cNvPr>
          <p:cNvSpPr/>
          <p:nvPr/>
        </p:nvSpPr>
        <p:spPr>
          <a:xfrm>
            <a:off x="1676201" y="275333"/>
            <a:ext cx="5132677" cy="14075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Q4: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temporal sequence modeling, the attention points in preceding and subsequent segments should be handled in a targeted manner.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2EF7864-228D-4B43-8444-06FCFCFF0D36}"/>
              </a:ext>
            </a:extLst>
          </p:cNvPr>
          <p:cNvSpPr/>
          <p:nvPr/>
        </p:nvSpPr>
        <p:spPr>
          <a:xfrm>
            <a:off x="1681296" y="2221894"/>
            <a:ext cx="5070955" cy="11201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2-1: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Overlapped temporal segmentation and identity annotation.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915D9B45-9445-4F0A-91E6-92856CC0FA26}"/>
              </a:ext>
            </a:extLst>
          </p:cNvPr>
          <p:cNvSpPr/>
          <p:nvPr/>
        </p:nvSpPr>
        <p:spPr>
          <a:xfrm>
            <a:off x="1681296" y="3908972"/>
            <a:ext cx="5070955" cy="19071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2-2: 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Model stable trends and abrupt changes separately with different receptive fields. 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Dynamically adjust the contributions of the two patterns.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77F12027-B479-4252-AA99-C4AE5B8FAF61}"/>
              </a:ext>
            </a:extLst>
          </p:cNvPr>
          <p:cNvSpPr/>
          <p:nvPr/>
        </p:nvSpPr>
        <p:spPr>
          <a:xfrm>
            <a:off x="1681296" y="6355080"/>
            <a:ext cx="5070955" cy="15589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Stage 2-3:</a:t>
            </a:r>
            <a:r>
              <a:rPr lang="en-US" altLang="zh-C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Address the fusion of dual-branch features from Stages 2-1 and 2-2, especially in the overlapped regions of the two branches.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C2F0347E-71E3-4A76-BC93-38095DAEF5A0}"/>
              </a:ext>
            </a:extLst>
          </p:cNvPr>
          <p:cNvSpPr/>
          <p:nvPr/>
        </p:nvSpPr>
        <p:spPr>
          <a:xfrm>
            <a:off x="7518399" y="264805"/>
            <a:ext cx="4754883" cy="11201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Q5: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fused temporal features may still be discontinuous and insufficiently expressive.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F70E0E0D-AB68-4125-9DA3-1823AAF31BFC}"/>
              </a:ext>
            </a:extLst>
          </p:cNvPr>
          <p:cNvSpPr/>
          <p:nvPr/>
        </p:nvSpPr>
        <p:spPr>
          <a:xfrm>
            <a:off x="7518398" y="1632292"/>
            <a:ext cx="4754882" cy="2438797"/>
          </a:xfrm>
          <a:prstGeom prst="roundRect">
            <a:avLst>
              <a:gd name="adj" fmla="val 6669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3: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Further compensate for temporal continuity through full-domain temporal convolution and temporal feature refinement. The final output is an enhanced representation with improved distance-trend modeling, abrupt-change perception, and temporal stability.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CDCB5C36-38E0-4796-9AC1-305B5FE20D84}"/>
              </a:ext>
            </a:extLst>
          </p:cNvPr>
          <p:cNvSpPr/>
          <p:nvPr/>
        </p:nvSpPr>
        <p:spPr>
          <a:xfrm>
            <a:off x="7316384" y="-590690"/>
            <a:ext cx="5099136" cy="683672"/>
          </a:xfrm>
          <a:prstGeom prst="roundRect">
            <a:avLst>
              <a:gd name="adj" fmla="val 35535"/>
            </a:avLst>
          </a:prstGeom>
          <a:solidFill>
            <a:srgbClr val="01437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Temporal Feature Refinement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0399AF6-8348-4E18-B544-FF1541987537}"/>
              </a:ext>
            </a:extLst>
          </p:cNvPr>
          <p:cNvSpPr/>
          <p:nvPr/>
        </p:nvSpPr>
        <p:spPr>
          <a:xfrm>
            <a:off x="7666652" y="6419607"/>
            <a:ext cx="4700906" cy="1821577"/>
          </a:xfrm>
          <a:prstGeom prst="roundRect">
            <a:avLst>
              <a:gd name="adj" fmla="val 7004"/>
            </a:avLst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0" name="图形 49" descr="上升趋势条形图 纯色填充">
            <a:extLst>
              <a:ext uri="{FF2B5EF4-FFF2-40B4-BE49-F238E27FC236}">
                <a16:creationId xmlns:a16="http://schemas.microsoft.com/office/drawing/2014/main" id="{A7BB4BD5-EFDA-4EC7-AEE8-1698A73E2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8274" y="4817167"/>
            <a:ext cx="914400" cy="914400"/>
          </a:xfrm>
          <a:prstGeom prst="rect">
            <a:avLst/>
          </a:prstGeom>
        </p:spPr>
      </p:pic>
      <p:sp>
        <p:nvSpPr>
          <p:cNvPr id="62" name="箭头: 下 61">
            <a:extLst>
              <a:ext uri="{FF2B5EF4-FFF2-40B4-BE49-F238E27FC236}">
                <a16:creationId xmlns:a16="http://schemas.microsoft.com/office/drawing/2014/main" id="{7E2C831D-6BCA-439E-B231-16DF45AC993E}"/>
              </a:ext>
            </a:extLst>
          </p:cNvPr>
          <p:cNvSpPr/>
          <p:nvPr/>
        </p:nvSpPr>
        <p:spPr>
          <a:xfrm>
            <a:off x="-1767939" y="1263865"/>
            <a:ext cx="368880" cy="37816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箭头: 下 62">
            <a:extLst>
              <a:ext uri="{FF2B5EF4-FFF2-40B4-BE49-F238E27FC236}">
                <a16:creationId xmlns:a16="http://schemas.microsoft.com/office/drawing/2014/main" id="{85C01C1C-9CA4-4670-AB81-4AE5FCC014D1}"/>
              </a:ext>
            </a:extLst>
          </p:cNvPr>
          <p:cNvSpPr/>
          <p:nvPr/>
        </p:nvSpPr>
        <p:spPr>
          <a:xfrm>
            <a:off x="-1790707" y="3846667"/>
            <a:ext cx="368880" cy="37816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箭头: 下 63">
            <a:extLst>
              <a:ext uri="{FF2B5EF4-FFF2-40B4-BE49-F238E27FC236}">
                <a16:creationId xmlns:a16="http://schemas.microsoft.com/office/drawing/2014/main" id="{55C8ACDB-F25C-4701-BEBE-116D60A60471}"/>
              </a:ext>
            </a:extLst>
          </p:cNvPr>
          <p:cNvSpPr/>
          <p:nvPr/>
        </p:nvSpPr>
        <p:spPr>
          <a:xfrm>
            <a:off x="-1790707" y="6489683"/>
            <a:ext cx="368880" cy="37816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箭头: 下 65">
            <a:extLst>
              <a:ext uri="{FF2B5EF4-FFF2-40B4-BE49-F238E27FC236}">
                <a16:creationId xmlns:a16="http://schemas.microsoft.com/office/drawing/2014/main" id="{26FF9C0C-AC93-4677-80F1-3D1D29272243}"/>
              </a:ext>
            </a:extLst>
          </p:cNvPr>
          <p:cNvSpPr/>
          <p:nvPr/>
        </p:nvSpPr>
        <p:spPr>
          <a:xfrm>
            <a:off x="4107384" y="1727816"/>
            <a:ext cx="368880" cy="37816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箭头: 下 66">
            <a:extLst>
              <a:ext uri="{FF2B5EF4-FFF2-40B4-BE49-F238E27FC236}">
                <a16:creationId xmlns:a16="http://schemas.microsoft.com/office/drawing/2014/main" id="{AC54A846-3BB9-451B-9F5C-40DEA0D0C6FE}"/>
              </a:ext>
            </a:extLst>
          </p:cNvPr>
          <p:cNvSpPr/>
          <p:nvPr/>
        </p:nvSpPr>
        <p:spPr>
          <a:xfrm>
            <a:off x="9698121" y="1333842"/>
            <a:ext cx="368880" cy="37816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箭头: 下 67">
            <a:extLst>
              <a:ext uri="{FF2B5EF4-FFF2-40B4-BE49-F238E27FC236}">
                <a16:creationId xmlns:a16="http://schemas.microsoft.com/office/drawing/2014/main" id="{7641D688-A8B5-4DE5-B1B1-65727B762A44}"/>
              </a:ext>
            </a:extLst>
          </p:cNvPr>
          <p:cNvSpPr/>
          <p:nvPr/>
        </p:nvSpPr>
        <p:spPr>
          <a:xfrm>
            <a:off x="9454972" y="4257203"/>
            <a:ext cx="368880" cy="37816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C3FBB472-9848-4229-9B14-158994139821}"/>
              </a:ext>
            </a:extLst>
          </p:cNvPr>
          <p:cNvSpPr/>
          <p:nvPr/>
        </p:nvSpPr>
        <p:spPr>
          <a:xfrm>
            <a:off x="8531089" y="6693903"/>
            <a:ext cx="1609807" cy="424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44CE342-B4B1-4B65-AD4D-3CCA8F096DF1}"/>
              </a:ext>
            </a:extLst>
          </p:cNvPr>
          <p:cNvSpPr/>
          <p:nvPr/>
        </p:nvSpPr>
        <p:spPr>
          <a:xfrm>
            <a:off x="8531088" y="7461798"/>
            <a:ext cx="1609807" cy="424036"/>
          </a:xfrm>
          <a:prstGeom prst="roundRect">
            <a:avLst/>
          </a:prstGeom>
          <a:solidFill>
            <a:srgbClr val="DAE3F3"/>
          </a:solidFill>
          <a:ln w="254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AA075BD-5785-479C-AF39-C641D163C98A}"/>
              </a:ext>
            </a:extLst>
          </p:cNvPr>
          <p:cNvSpPr txBox="1"/>
          <p:nvPr/>
        </p:nvSpPr>
        <p:spPr>
          <a:xfrm>
            <a:off x="10258828" y="6693903"/>
            <a:ext cx="1571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Problem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721A1E2-5DDE-4309-95D9-13E1A630B5BB}"/>
              </a:ext>
            </a:extLst>
          </p:cNvPr>
          <p:cNvSpPr txBox="1"/>
          <p:nvPr/>
        </p:nvSpPr>
        <p:spPr>
          <a:xfrm>
            <a:off x="10267646" y="7452345"/>
            <a:ext cx="1571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Solution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4A07A76A-FF00-48F7-A968-62E1A800DBAA}"/>
              </a:ext>
            </a:extLst>
          </p:cNvPr>
          <p:cNvCxnSpPr>
            <a:cxnSpLocks/>
            <a:stCxn id="24" idx="1"/>
            <a:endCxn id="28" idx="1"/>
          </p:cNvCxnSpPr>
          <p:nvPr/>
        </p:nvCxnSpPr>
        <p:spPr>
          <a:xfrm rot="10800000" flipV="1">
            <a:off x="-4350845" y="-1532839"/>
            <a:ext cx="542461" cy="5389707"/>
          </a:xfrm>
          <a:prstGeom prst="bentConnector3">
            <a:avLst>
              <a:gd name="adj1" fmla="val 14214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635036C0-882F-477B-BB98-0BF4AA691DA3}"/>
              </a:ext>
            </a:extLst>
          </p:cNvPr>
          <p:cNvCxnSpPr>
            <a:cxnSpLocks/>
            <a:stCxn id="28" idx="3"/>
            <a:endCxn id="36" idx="1"/>
          </p:cNvCxnSpPr>
          <p:nvPr/>
        </p:nvCxnSpPr>
        <p:spPr>
          <a:xfrm>
            <a:off x="1097279" y="3856869"/>
            <a:ext cx="40210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26DBF1D0-801B-46D3-8E76-499B32738A61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 flipV="1">
            <a:off x="6947506" y="1848694"/>
            <a:ext cx="402102" cy="200817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1394E713-81D0-43EF-A8FF-8A76D19D4E66}"/>
              </a:ext>
            </a:extLst>
          </p:cNvPr>
          <p:cNvCxnSpPr>
            <a:cxnSpLocks/>
            <a:stCxn id="50" idx="3"/>
            <a:endCxn id="24" idx="3"/>
          </p:cNvCxnSpPr>
          <p:nvPr/>
        </p:nvCxnSpPr>
        <p:spPr>
          <a:xfrm flipV="1">
            <a:off x="11882674" y="-1532838"/>
            <a:ext cx="167837" cy="6807205"/>
          </a:xfrm>
          <a:prstGeom prst="bentConnector3">
            <a:avLst>
              <a:gd name="adj1" fmla="val 49045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箭头: 下 89">
            <a:extLst>
              <a:ext uri="{FF2B5EF4-FFF2-40B4-BE49-F238E27FC236}">
                <a16:creationId xmlns:a16="http://schemas.microsoft.com/office/drawing/2014/main" id="{95B8DC4C-2871-4CF5-8FA5-6DCCF096194F}"/>
              </a:ext>
            </a:extLst>
          </p:cNvPr>
          <p:cNvSpPr/>
          <p:nvPr/>
        </p:nvSpPr>
        <p:spPr>
          <a:xfrm>
            <a:off x="4107384" y="3449978"/>
            <a:ext cx="368880" cy="37816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箭头: 下 90">
            <a:extLst>
              <a:ext uri="{FF2B5EF4-FFF2-40B4-BE49-F238E27FC236}">
                <a16:creationId xmlns:a16="http://schemas.microsoft.com/office/drawing/2014/main" id="{08F0831D-9BAC-41D5-A771-20A067215F19}"/>
              </a:ext>
            </a:extLst>
          </p:cNvPr>
          <p:cNvSpPr/>
          <p:nvPr/>
        </p:nvSpPr>
        <p:spPr>
          <a:xfrm>
            <a:off x="4107384" y="5881230"/>
            <a:ext cx="368880" cy="37816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87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矩形: 圆角 960">
            <a:extLst>
              <a:ext uri="{FF2B5EF4-FFF2-40B4-BE49-F238E27FC236}">
                <a16:creationId xmlns:a16="http://schemas.microsoft.com/office/drawing/2014/main" id="{076C59D2-3D86-4650-8DCB-D13889CEFF9B}"/>
              </a:ext>
            </a:extLst>
          </p:cNvPr>
          <p:cNvSpPr/>
          <p:nvPr/>
        </p:nvSpPr>
        <p:spPr>
          <a:xfrm>
            <a:off x="-1730501" y="7707088"/>
            <a:ext cx="6022590" cy="3743097"/>
          </a:xfrm>
          <a:prstGeom prst="roundRect">
            <a:avLst>
              <a:gd name="adj" fmla="val 3358"/>
            </a:avLst>
          </a:prstGeom>
          <a:solidFill>
            <a:schemeClr val="bg1"/>
          </a:solidFill>
          <a:ln w="25400">
            <a:solidFill>
              <a:srgbClr val="668A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2" name="矩形: 圆角 961">
            <a:extLst>
              <a:ext uri="{FF2B5EF4-FFF2-40B4-BE49-F238E27FC236}">
                <a16:creationId xmlns:a16="http://schemas.microsoft.com/office/drawing/2014/main" id="{6B6D202E-ED75-461F-94F3-C33C736E396D}"/>
              </a:ext>
            </a:extLst>
          </p:cNvPr>
          <p:cNvSpPr/>
          <p:nvPr/>
        </p:nvSpPr>
        <p:spPr>
          <a:xfrm>
            <a:off x="-1730501" y="2431915"/>
            <a:ext cx="6022590" cy="4147217"/>
          </a:xfrm>
          <a:prstGeom prst="roundRect">
            <a:avLst>
              <a:gd name="adj" fmla="val 3358"/>
            </a:avLst>
          </a:prstGeom>
          <a:solidFill>
            <a:schemeClr val="bg1"/>
          </a:solidFill>
          <a:ln w="25400">
            <a:solidFill>
              <a:srgbClr val="668A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3" name="矩形: 圆角 962">
            <a:extLst>
              <a:ext uri="{FF2B5EF4-FFF2-40B4-BE49-F238E27FC236}">
                <a16:creationId xmlns:a16="http://schemas.microsoft.com/office/drawing/2014/main" id="{88EBC22C-A4F6-40C3-B23C-298CAA310861}"/>
              </a:ext>
            </a:extLst>
          </p:cNvPr>
          <p:cNvSpPr/>
          <p:nvPr/>
        </p:nvSpPr>
        <p:spPr>
          <a:xfrm>
            <a:off x="4911220" y="-1673045"/>
            <a:ext cx="2581154" cy="1111795"/>
          </a:xfrm>
          <a:prstGeom prst="roundRect">
            <a:avLst>
              <a:gd name="adj" fmla="val 4671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4" name="矩形: 圆角 963">
            <a:extLst>
              <a:ext uri="{FF2B5EF4-FFF2-40B4-BE49-F238E27FC236}">
                <a16:creationId xmlns:a16="http://schemas.microsoft.com/office/drawing/2014/main" id="{05FDACBE-A291-4ADF-B3DD-4C7C70DEBFFE}"/>
              </a:ext>
            </a:extLst>
          </p:cNvPr>
          <p:cNvSpPr/>
          <p:nvPr/>
        </p:nvSpPr>
        <p:spPr>
          <a:xfrm>
            <a:off x="4910066" y="-2358045"/>
            <a:ext cx="2582308" cy="580829"/>
          </a:xfrm>
          <a:prstGeom prst="roundRect">
            <a:avLst>
              <a:gd name="adj" fmla="val 7269"/>
            </a:avLst>
          </a:prstGeom>
          <a:solidFill>
            <a:srgbClr val="F2F7FE"/>
          </a:solidFill>
          <a:ln w="25400">
            <a:solidFill>
              <a:srgbClr val="345DA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Stage1: Volatility Preprocessing</a:t>
            </a:r>
            <a:endParaRPr lang="zh-CN" altLang="en-US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5" name="矩形: 圆角 964">
            <a:extLst>
              <a:ext uri="{FF2B5EF4-FFF2-40B4-BE49-F238E27FC236}">
                <a16:creationId xmlns:a16="http://schemas.microsoft.com/office/drawing/2014/main" id="{5A7A77B3-6C86-484F-8CA7-CAA4676FE433}"/>
              </a:ext>
            </a:extLst>
          </p:cNvPr>
          <p:cNvSpPr/>
          <p:nvPr/>
        </p:nvSpPr>
        <p:spPr>
          <a:xfrm>
            <a:off x="5525826" y="-1049344"/>
            <a:ext cx="1350787" cy="267736"/>
          </a:xfrm>
          <a:prstGeom prst="roundRect">
            <a:avLst>
              <a:gd name="adj" fmla="val 4671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6" name="文本框 965">
                <a:extLst>
                  <a:ext uri="{FF2B5EF4-FFF2-40B4-BE49-F238E27FC236}">
                    <a16:creationId xmlns:a16="http://schemas.microsoft.com/office/drawing/2014/main" id="{4595ECBF-722B-4ED8-9888-3B30C80FAA45}"/>
                  </a:ext>
                </a:extLst>
              </p:cNvPr>
              <p:cNvSpPr txBox="1"/>
              <p:nvPr/>
            </p:nvSpPr>
            <p:spPr>
              <a:xfrm>
                <a:off x="5998626" y="-1652544"/>
                <a:ext cx="4057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966" name="文本框 965">
                <a:extLst>
                  <a:ext uri="{FF2B5EF4-FFF2-40B4-BE49-F238E27FC236}">
                    <a16:creationId xmlns:a16="http://schemas.microsoft.com/office/drawing/2014/main" id="{4595ECBF-722B-4ED8-9888-3B30C80FA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626" y="-1652544"/>
                <a:ext cx="40576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7" name="矩形: 圆角 966">
            <a:extLst>
              <a:ext uri="{FF2B5EF4-FFF2-40B4-BE49-F238E27FC236}">
                <a16:creationId xmlns:a16="http://schemas.microsoft.com/office/drawing/2014/main" id="{BEDA8269-DFA0-4FF6-941F-31AC94983268}"/>
              </a:ext>
            </a:extLst>
          </p:cNvPr>
          <p:cNvSpPr/>
          <p:nvPr/>
        </p:nvSpPr>
        <p:spPr>
          <a:xfrm>
            <a:off x="-1730502" y="-3079618"/>
            <a:ext cx="5990655" cy="566389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TVFE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br>
              <a:rPr lang="en-US" altLang="zh-CN" sz="16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Temporal Volatility-aware Feature Enhancement</a:t>
            </a:r>
            <a:endParaRPr lang="zh-CN" altLang="en-US" sz="1600" b="1" i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8" name="矩形: 圆角 967">
            <a:extLst>
              <a:ext uri="{FF2B5EF4-FFF2-40B4-BE49-F238E27FC236}">
                <a16:creationId xmlns:a16="http://schemas.microsoft.com/office/drawing/2014/main" id="{CAAF2D1E-1440-405F-BC48-00C1E6D52928}"/>
              </a:ext>
            </a:extLst>
          </p:cNvPr>
          <p:cNvSpPr/>
          <p:nvPr/>
        </p:nvSpPr>
        <p:spPr>
          <a:xfrm>
            <a:off x="-1730501" y="-1662876"/>
            <a:ext cx="6022590" cy="3013027"/>
          </a:xfrm>
          <a:prstGeom prst="roundRect">
            <a:avLst>
              <a:gd name="adj" fmla="val 3358"/>
            </a:avLst>
          </a:prstGeom>
          <a:solidFill>
            <a:schemeClr val="bg1"/>
          </a:solidFill>
          <a:ln w="25400">
            <a:solidFill>
              <a:srgbClr val="668A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9" name="矩形: 圆角 968">
                <a:extLst>
                  <a:ext uri="{FF2B5EF4-FFF2-40B4-BE49-F238E27FC236}">
                    <a16:creationId xmlns:a16="http://schemas.microsoft.com/office/drawing/2014/main" id="{E2FE84D4-857F-4113-A165-952104505AE3}"/>
                  </a:ext>
                </a:extLst>
              </p:cNvPr>
              <p:cNvSpPr/>
              <p:nvPr/>
            </p:nvSpPr>
            <p:spPr>
              <a:xfrm>
                <a:off x="-1544561" y="378874"/>
                <a:ext cx="2268735" cy="624786"/>
              </a:xfrm>
              <a:prstGeom prst="roundRect">
                <a:avLst>
                  <a:gd name="adj" fmla="val 3358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FF8B8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Temporal Difference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𝐝𝐢𝐟𝐟</m:t>
                          </m:r>
                        </m:sub>
                      </m:sSub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=|</m:t>
                      </m:r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9" name="矩形: 圆角 968">
                <a:extLst>
                  <a:ext uri="{FF2B5EF4-FFF2-40B4-BE49-F238E27FC236}">
                    <a16:creationId xmlns:a16="http://schemas.microsoft.com/office/drawing/2014/main" id="{E2FE84D4-857F-4113-A165-952104505A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44561" y="378874"/>
                <a:ext cx="2268735" cy="624786"/>
              </a:xfrm>
              <a:prstGeom prst="roundRect">
                <a:avLst>
                  <a:gd name="adj" fmla="val 3358"/>
                </a:avLst>
              </a:prstGeom>
              <a:blipFill>
                <a:blip r:embed="rId4"/>
                <a:stretch>
                  <a:fillRect l="-798" t="-4673" r="-266" b="-7477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0" name="矩形: 圆角 969">
                <a:extLst>
                  <a:ext uri="{FF2B5EF4-FFF2-40B4-BE49-F238E27FC236}">
                    <a16:creationId xmlns:a16="http://schemas.microsoft.com/office/drawing/2014/main" id="{09716BEB-D82C-4D4D-AC66-B346FC1F7A2E}"/>
                  </a:ext>
                </a:extLst>
              </p:cNvPr>
              <p:cNvSpPr/>
              <p:nvPr/>
            </p:nvSpPr>
            <p:spPr>
              <a:xfrm>
                <a:off x="1490003" y="378874"/>
                <a:ext cx="2744102" cy="624786"/>
              </a:xfrm>
              <a:prstGeom prst="roundRect">
                <a:avLst>
                  <a:gd name="adj" fmla="val 3358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FF8B8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Local Deviation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𝐝𝐞𝐯</m:t>
                          </m:r>
                        </m:sub>
                      </m:sSub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=|</m:t>
                      </m:r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𝒔</m:t>
                      </m:r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𝐀𝐯𝐠𝐏𝐨𝐨𝐥</m:t>
                      </m:r>
                      <m:d>
                        <m:d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𝐬</m:t>
                          </m:r>
                        </m:e>
                      </m:d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0" name="矩形: 圆角 969">
                <a:extLst>
                  <a:ext uri="{FF2B5EF4-FFF2-40B4-BE49-F238E27FC236}">
                    <a16:creationId xmlns:a16="http://schemas.microsoft.com/office/drawing/2014/main" id="{09716BEB-D82C-4D4D-AC66-B346FC1F7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003" y="378874"/>
                <a:ext cx="2744102" cy="624786"/>
              </a:xfrm>
              <a:prstGeom prst="roundRect">
                <a:avLst>
                  <a:gd name="adj" fmla="val 3358"/>
                </a:avLst>
              </a:prstGeom>
              <a:blipFill>
                <a:blip r:embed="rId5"/>
                <a:stretch>
                  <a:fillRect t="-4673" b="-8411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1" name="文本框 970">
                <a:extLst>
                  <a:ext uri="{FF2B5EF4-FFF2-40B4-BE49-F238E27FC236}">
                    <a16:creationId xmlns:a16="http://schemas.microsoft.com/office/drawing/2014/main" id="{39FBCCF5-6634-4A07-88A9-5446E2F07CBE}"/>
                  </a:ext>
                </a:extLst>
              </p:cNvPr>
              <p:cNvSpPr txBox="1"/>
              <p:nvPr/>
            </p:nvSpPr>
            <p:spPr>
              <a:xfrm>
                <a:off x="-867662" y="-1245495"/>
                <a:ext cx="405765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971" name="文本框 970">
                <a:extLst>
                  <a:ext uri="{FF2B5EF4-FFF2-40B4-BE49-F238E27FC236}">
                    <a16:creationId xmlns:a16="http://schemas.microsoft.com/office/drawing/2014/main" id="{39FBCCF5-6634-4A07-88A9-5446E2F07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67662" y="-1245495"/>
                <a:ext cx="405765" cy="374270"/>
              </a:xfrm>
              <a:prstGeom prst="rect">
                <a:avLst/>
              </a:prstGeom>
              <a:blipFill>
                <a:blip r:embed="rId6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2" name="矩形: 圆角 971">
            <a:extLst>
              <a:ext uri="{FF2B5EF4-FFF2-40B4-BE49-F238E27FC236}">
                <a16:creationId xmlns:a16="http://schemas.microsoft.com/office/drawing/2014/main" id="{CC04C275-FE1C-4856-9231-405DAF717294}"/>
              </a:ext>
            </a:extLst>
          </p:cNvPr>
          <p:cNvSpPr/>
          <p:nvPr/>
        </p:nvSpPr>
        <p:spPr>
          <a:xfrm>
            <a:off x="-173477" y="-1344024"/>
            <a:ext cx="1366341" cy="566389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rgbClr val="668A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squeeze</a:t>
            </a:r>
          </a:p>
        </p:txBody>
      </p:sp>
      <p:cxnSp>
        <p:nvCxnSpPr>
          <p:cNvPr id="973" name="直接箭头连接符 972">
            <a:extLst>
              <a:ext uri="{FF2B5EF4-FFF2-40B4-BE49-F238E27FC236}">
                <a16:creationId xmlns:a16="http://schemas.microsoft.com/office/drawing/2014/main" id="{906FBF6E-F626-4F78-8770-AF4CC659860D}"/>
              </a:ext>
            </a:extLst>
          </p:cNvPr>
          <p:cNvCxnSpPr>
            <a:cxnSpLocks/>
            <a:stCxn id="971" idx="3"/>
            <a:endCxn id="972" idx="1"/>
          </p:cNvCxnSpPr>
          <p:nvPr/>
        </p:nvCxnSpPr>
        <p:spPr>
          <a:xfrm flipV="1">
            <a:off x="-461897" y="-1060829"/>
            <a:ext cx="288420" cy="2469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4" name="连接符: 肘形 973">
            <a:extLst>
              <a:ext uri="{FF2B5EF4-FFF2-40B4-BE49-F238E27FC236}">
                <a16:creationId xmlns:a16="http://schemas.microsoft.com/office/drawing/2014/main" id="{A04F8CCB-6531-4BFF-8C22-12AFB90B7D60}"/>
              </a:ext>
            </a:extLst>
          </p:cNvPr>
          <p:cNvCxnSpPr>
            <a:cxnSpLocks/>
            <a:stCxn id="982" idx="1"/>
            <a:endCxn id="969" idx="0"/>
          </p:cNvCxnSpPr>
          <p:nvPr/>
        </p:nvCxnSpPr>
        <p:spPr>
          <a:xfrm rot="10800000" flipV="1">
            <a:off x="-410193" y="136530"/>
            <a:ext cx="1354860" cy="242343"/>
          </a:xfrm>
          <a:prstGeom prst="bentConnector2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5" name="直接箭头连接符 974">
            <a:extLst>
              <a:ext uri="{FF2B5EF4-FFF2-40B4-BE49-F238E27FC236}">
                <a16:creationId xmlns:a16="http://schemas.microsoft.com/office/drawing/2014/main" id="{E13590EF-1AD6-4EA6-817F-1C3B519CA427}"/>
              </a:ext>
            </a:extLst>
          </p:cNvPr>
          <p:cNvCxnSpPr>
            <a:cxnSpLocks/>
            <a:stCxn id="972" idx="3"/>
            <a:endCxn id="976" idx="1"/>
          </p:cNvCxnSpPr>
          <p:nvPr/>
        </p:nvCxnSpPr>
        <p:spPr>
          <a:xfrm flipV="1">
            <a:off x="1192864" y="-1060831"/>
            <a:ext cx="388289" cy="2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6" name="矩形: 圆角 975">
                <a:extLst>
                  <a:ext uri="{FF2B5EF4-FFF2-40B4-BE49-F238E27FC236}">
                    <a16:creationId xmlns:a16="http://schemas.microsoft.com/office/drawing/2014/main" id="{C0B5D54C-E4D2-420D-A763-2C38B182F708}"/>
                  </a:ext>
                </a:extLst>
              </p:cNvPr>
              <p:cNvSpPr/>
              <p:nvPr/>
            </p:nvSpPr>
            <p:spPr>
              <a:xfrm>
                <a:off x="1581153" y="-1344026"/>
                <a:ext cx="886732" cy="566389"/>
              </a:xfrm>
              <a:prstGeom prst="roundRect">
                <a:avLst>
                  <a:gd name="adj" fmla="val 7269"/>
                </a:avLst>
              </a:prstGeom>
              <a:solidFill>
                <a:schemeClr val="bg1"/>
              </a:solidFill>
              <a:ln w="25400">
                <a:solidFill>
                  <a:srgbClr val="668AB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𝝓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6" name="矩形: 圆角 975">
                <a:extLst>
                  <a:ext uri="{FF2B5EF4-FFF2-40B4-BE49-F238E27FC236}">
                    <a16:creationId xmlns:a16="http://schemas.microsoft.com/office/drawing/2014/main" id="{C0B5D54C-E4D2-420D-A763-2C38B182F7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153" y="-1344026"/>
                <a:ext cx="886732" cy="566389"/>
              </a:xfrm>
              <a:prstGeom prst="roundRect">
                <a:avLst>
                  <a:gd name="adj" fmla="val 7269"/>
                </a:avLst>
              </a:prstGeom>
              <a:blipFill>
                <a:blip r:embed="rId7"/>
                <a:stretch>
                  <a:fillRect/>
                </a:stretch>
              </a:blipFill>
              <a:ln w="25400">
                <a:solidFill>
                  <a:srgbClr val="668AB3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7" name="直接箭头连接符 976">
            <a:extLst>
              <a:ext uri="{FF2B5EF4-FFF2-40B4-BE49-F238E27FC236}">
                <a16:creationId xmlns:a16="http://schemas.microsoft.com/office/drawing/2014/main" id="{46ECCA64-6A11-4BB2-B69E-3D72F525D8DB}"/>
              </a:ext>
            </a:extLst>
          </p:cNvPr>
          <p:cNvCxnSpPr>
            <a:cxnSpLocks/>
            <a:stCxn id="976" idx="3"/>
            <a:endCxn id="978" idx="1"/>
          </p:cNvCxnSpPr>
          <p:nvPr/>
        </p:nvCxnSpPr>
        <p:spPr>
          <a:xfrm>
            <a:off x="2467885" y="-1060831"/>
            <a:ext cx="328487" cy="2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8" name="文本框 977">
                <a:extLst>
                  <a:ext uri="{FF2B5EF4-FFF2-40B4-BE49-F238E27FC236}">
                    <a16:creationId xmlns:a16="http://schemas.microsoft.com/office/drawing/2014/main" id="{659287B3-0581-464A-BC64-41441C49BBC8}"/>
                  </a:ext>
                </a:extLst>
              </p:cNvPr>
              <p:cNvSpPr txBox="1"/>
              <p:nvPr/>
            </p:nvSpPr>
            <p:spPr>
              <a:xfrm>
                <a:off x="2796372" y="-1245495"/>
                <a:ext cx="74212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𝐒𝐜𝐨𝐫𝐞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978" name="文本框 977">
                <a:extLst>
                  <a:ext uri="{FF2B5EF4-FFF2-40B4-BE49-F238E27FC236}">
                    <a16:creationId xmlns:a16="http://schemas.microsoft.com/office/drawing/2014/main" id="{659287B3-0581-464A-BC64-41441C49B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372" y="-1245495"/>
                <a:ext cx="742123" cy="369332"/>
              </a:xfrm>
              <a:prstGeom prst="rect">
                <a:avLst/>
              </a:prstGeom>
              <a:blipFill>
                <a:blip r:embed="rId8"/>
                <a:stretch>
                  <a:fillRect r="-16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9" name="矩形: 圆角 978">
                <a:extLst>
                  <a:ext uri="{FF2B5EF4-FFF2-40B4-BE49-F238E27FC236}">
                    <a16:creationId xmlns:a16="http://schemas.microsoft.com/office/drawing/2014/main" id="{3486976F-CAA7-48EA-808D-E50B00E58EC1}"/>
                  </a:ext>
                </a:extLst>
              </p:cNvPr>
              <p:cNvSpPr/>
              <p:nvPr/>
            </p:nvSpPr>
            <p:spPr>
              <a:xfrm>
                <a:off x="-575807" y="-617266"/>
                <a:ext cx="3417313" cy="362443"/>
              </a:xfrm>
              <a:prstGeom prst="roundRect">
                <a:avLst>
                  <a:gd name="adj" fmla="val 7269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squeeze(-1)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C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permute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C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reshape</a:t>
                </a:r>
              </a:p>
            </p:txBody>
          </p:sp>
        </mc:Choice>
        <mc:Fallback xmlns="">
          <p:sp>
            <p:nvSpPr>
              <p:cNvPr id="979" name="矩形: 圆角 978">
                <a:extLst>
                  <a:ext uri="{FF2B5EF4-FFF2-40B4-BE49-F238E27FC236}">
                    <a16:creationId xmlns:a16="http://schemas.microsoft.com/office/drawing/2014/main" id="{3486976F-CAA7-48EA-808D-E50B00E58E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5807" y="-617266"/>
                <a:ext cx="3417313" cy="362443"/>
              </a:xfrm>
              <a:prstGeom prst="roundRect">
                <a:avLst>
                  <a:gd name="adj" fmla="val 7269"/>
                </a:avLst>
              </a:prstGeom>
              <a:blipFill>
                <a:blip r:embed="rId9"/>
                <a:stretch>
                  <a:fillRect t="-6349" b="-22222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0" name="连接符: 肘形 979">
            <a:extLst>
              <a:ext uri="{FF2B5EF4-FFF2-40B4-BE49-F238E27FC236}">
                <a16:creationId xmlns:a16="http://schemas.microsoft.com/office/drawing/2014/main" id="{2C012D35-BB19-4F96-A2EB-D9DE1FD45F42}"/>
              </a:ext>
            </a:extLst>
          </p:cNvPr>
          <p:cNvCxnSpPr>
            <a:cxnSpLocks/>
            <a:stCxn id="978" idx="3"/>
            <a:endCxn id="979" idx="3"/>
          </p:cNvCxnSpPr>
          <p:nvPr/>
        </p:nvCxnSpPr>
        <p:spPr>
          <a:xfrm flipH="1">
            <a:off x="2841506" y="-1060829"/>
            <a:ext cx="696989" cy="624785"/>
          </a:xfrm>
          <a:prstGeom prst="bentConnector3">
            <a:avLst>
              <a:gd name="adj1" fmla="val -32798"/>
            </a:avLst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1" name="连接符: 肘形 980">
            <a:extLst>
              <a:ext uri="{FF2B5EF4-FFF2-40B4-BE49-F238E27FC236}">
                <a16:creationId xmlns:a16="http://schemas.microsoft.com/office/drawing/2014/main" id="{8BA28FB0-CD7B-4B10-95A1-57A3E79CF375}"/>
              </a:ext>
            </a:extLst>
          </p:cNvPr>
          <p:cNvCxnSpPr>
            <a:cxnSpLocks/>
            <a:stCxn id="982" idx="3"/>
            <a:endCxn id="970" idx="0"/>
          </p:cNvCxnSpPr>
          <p:nvPr/>
        </p:nvCxnSpPr>
        <p:spPr>
          <a:xfrm>
            <a:off x="1315730" y="136531"/>
            <a:ext cx="1546324" cy="242343"/>
          </a:xfrm>
          <a:prstGeom prst="bentConnector2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2" name="文本框 981">
                <a:extLst>
                  <a:ext uri="{FF2B5EF4-FFF2-40B4-BE49-F238E27FC236}">
                    <a16:creationId xmlns:a16="http://schemas.microsoft.com/office/drawing/2014/main" id="{37EFB4B9-397E-48DF-9D60-CD2E906BD2EE}"/>
                  </a:ext>
                </a:extLst>
              </p:cNvPr>
              <p:cNvSpPr txBox="1"/>
              <p:nvPr/>
            </p:nvSpPr>
            <p:spPr>
              <a:xfrm>
                <a:off x="944667" y="-48135"/>
                <a:ext cx="371063" cy="369332"/>
              </a:xfrm>
              <a:prstGeom prst="rect">
                <a:avLst/>
              </a:prstGeom>
              <a:noFill/>
              <a:ln w="25400"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</m:t>
                      </m:r>
                    </m:oMath>
                  </m:oMathPara>
                </a14:m>
                <a:endParaRPr lang="zh-CN" alt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2" name="文本框 981">
                <a:extLst>
                  <a:ext uri="{FF2B5EF4-FFF2-40B4-BE49-F238E27FC236}">
                    <a16:creationId xmlns:a16="http://schemas.microsoft.com/office/drawing/2014/main" id="{37EFB4B9-397E-48DF-9D60-CD2E906BD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667" y="-48135"/>
                <a:ext cx="37106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3" name="直接箭头连接符 982">
            <a:extLst>
              <a:ext uri="{FF2B5EF4-FFF2-40B4-BE49-F238E27FC236}">
                <a16:creationId xmlns:a16="http://schemas.microsoft.com/office/drawing/2014/main" id="{7679C19A-3D2E-41C1-964D-AB19BDD391D2}"/>
              </a:ext>
            </a:extLst>
          </p:cNvPr>
          <p:cNvCxnSpPr>
            <a:cxnSpLocks/>
            <a:stCxn id="979" idx="2"/>
            <a:endCxn id="982" idx="0"/>
          </p:cNvCxnSpPr>
          <p:nvPr/>
        </p:nvCxnSpPr>
        <p:spPr>
          <a:xfrm flipH="1">
            <a:off x="1130199" y="-254823"/>
            <a:ext cx="2651" cy="2066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4" name="直接箭头连接符 983">
            <a:extLst>
              <a:ext uri="{FF2B5EF4-FFF2-40B4-BE49-F238E27FC236}">
                <a16:creationId xmlns:a16="http://schemas.microsoft.com/office/drawing/2014/main" id="{48500ED1-FC39-4A26-98B0-E4290F05F419}"/>
              </a:ext>
            </a:extLst>
          </p:cNvPr>
          <p:cNvCxnSpPr>
            <a:cxnSpLocks/>
            <a:stCxn id="969" idx="3"/>
            <a:endCxn id="985" idx="1"/>
          </p:cNvCxnSpPr>
          <p:nvPr/>
        </p:nvCxnSpPr>
        <p:spPr>
          <a:xfrm>
            <a:off x="724174" y="691267"/>
            <a:ext cx="245642" cy="1074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5" name="文本框 984">
                <a:extLst>
                  <a:ext uri="{FF2B5EF4-FFF2-40B4-BE49-F238E27FC236}">
                    <a16:creationId xmlns:a16="http://schemas.microsoft.com/office/drawing/2014/main" id="{59F62285-F73A-4029-B8F6-DC750A2E89EF}"/>
                  </a:ext>
                </a:extLst>
              </p:cNvPr>
              <p:cNvSpPr txBox="1"/>
              <p:nvPr/>
            </p:nvSpPr>
            <p:spPr>
              <a:xfrm>
                <a:off x="969816" y="553841"/>
                <a:ext cx="2917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85" name="文本框 984">
                <a:extLst>
                  <a:ext uri="{FF2B5EF4-FFF2-40B4-BE49-F238E27FC236}">
                    <a16:creationId xmlns:a16="http://schemas.microsoft.com/office/drawing/2014/main" id="{59F62285-F73A-4029-B8F6-DC750A2E8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16" y="553841"/>
                <a:ext cx="291747" cy="276999"/>
              </a:xfrm>
              <a:prstGeom prst="rect">
                <a:avLst/>
              </a:prstGeom>
              <a:blipFill>
                <a:blip r:embed="rId11"/>
                <a:stretch>
                  <a:fillRect l="-22917" t="-2222" r="-25000" b="-2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6" name="直接箭头连接符 985">
            <a:extLst>
              <a:ext uri="{FF2B5EF4-FFF2-40B4-BE49-F238E27FC236}">
                <a16:creationId xmlns:a16="http://schemas.microsoft.com/office/drawing/2014/main" id="{C1728896-40A6-4836-B266-320EC255D0D8}"/>
              </a:ext>
            </a:extLst>
          </p:cNvPr>
          <p:cNvCxnSpPr>
            <a:cxnSpLocks/>
            <a:stCxn id="970" idx="1"/>
            <a:endCxn id="985" idx="3"/>
          </p:cNvCxnSpPr>
          <p:nvPr/>
        </p:nvCxnSpPr>
        <p:spPr>
          <a:xfrm flipH="1">
            <a:off x="1261563" y="691267"/>
            <a:ext cx="228440" cy="1074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7" name="直接箭头连接符 986">
            <a:extLst>
              <a:ext uri="{FF2B5EF4-FFF2-40B4-BE49-F238E27FC236}">
                <a16:creationId xmlns:a16="http://schemas.microsoft.com/office/drawing/2014/main" id="{58899FEE-6324-444B-AF74-F9EB2E5603F6}"/>
              </a:ext>
            </a:extLst>
          </p:cNvPr>
          <p:cNvCxnSpPr>
            <a:cxnSpLocks/>
            <a:stCxn id="985" idx="2"/>
            <a:endCxn id="988" idx="0"/>
          </p:cNvCxnSpPr>
          <p:nvPr/>
        </p:nvCxnSpPr>
        <p:spPr>
          <a:xfrm flipH="1">
            <a:off x="1115380" y="830840"/>
            <a:ext cx="310" cy="18996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8" name="文本框 987">
                <a:extLst>
                  <a:ext uri="{FF2B5EF4-FFF2-40B4-BE49-F238E27FC236}">
                    <a16:creationId xmlns:a16="http://schemas.microsoft.com/office/drawing/2014/main" id="{0282FE3B-3056-462A-ABEC-D6ED2A3AA213}"/>
                  </a:ext>
                </a:extLst>
              </p:cNvPr>
              <p:cNvSpPr txBox="1"/>
              <p:nvPr/>
            </p:nvSpPr>
            <p:spPr>
              <a:xfrm>
                <a:off x="568809" y="2730514"/>
                <a:ext cx="1093142" cy="369332"/>
              </a:xfrm>
              <a:prstGeom prst="rect">
                <a:avLst/>
              </a:prstGeom>
              <a:noFill/>
              <a:ln w="25400"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𝐁𝐚𝐬𝐞𝐕𝐨𝐥</m:t>
                          </m:r>
                        </m:sub>
                      </m:sSub>
                    </m:oMath>
                  </m:oMathPara>
                </a14:m>
                <a:endParaRPr lang="zh-CN" alt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8" name="文本框 987">
                <a:extLst>
                  <a:ext uri="{FF2B5EF4-FFF2-40B4-BE49-F238E27FC236}">
                    <a16:creationId xmlns:a16="http://schemas.microsoft.com/office/drawing/2014/main" id="{0282FE3B-3056-462A-ABEC-D6ED2A3AA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09" y="2730514"/>
                <a:ext cx="109314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5400"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9" name="矩形: 圆角 988">
            <a:extLst>
              <a:ext uri="{FF2B5EF4-FFF2-40B4-BE49-F238E27FC236}">
                <a16:creationId xmlns:a16="http://schemas.microsoft.com/office/drawing/2014/main" id="{7A442BAA-023E-4CB3-9838-0A7735D89F63}"/>
              </a:ext>
            </a:extLst>
          </p:cNvPr>
          <p:cNvSpPr/>
          <p:nvPr/>
        </p:nvSpPr>
        <p:spPr>
          <a:xfrm>
            <a:off x="-853560" y="2623834"/>
            <a:ext cx="886732" cy="581599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rgbClr val="668A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</a:t>
            </a:r>
          </a:p>
          <a:p>
            <a:pPr algn="ctr"/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pool1d</a:t>
            </a:r>
          </a:p>
        </p:txBody>
      </p:sp>
      <p:sp>
        <p:nvSpPr>
          <p:cNvPr id="990" name="矩形: 圆角 989">
            <a:extLst>
              <a:ext uri="{FF2B5EF4-FFF2-40B4-BE49-F238E27FC236}">
                <a16:creationId xmlns:a16="http://schemas.microsoft.com/office/drawing/2014/main" id="{ACAA3271-20F8-4BEA-8988-D2BF47C2A77F}"/>
              </a:ext>
            </a:extLst>
          </p:cNvPr>
          <p:cNvSpPr/>
          <p:nvPr/>
        </p:nvSpPr>
        <p:spPr>
          <a:xfrm>
            <a:off x="2300573" y="2623833"/>
            <a:ext cx="886732" cy="581599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rgbClr val="668A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</a:p>
          <a:p>
            <a:pPr algn="ctr"/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pool1d</a:t>
            </a:r>
          </a:p>
        </p:txBody>
      </p:sp>
      <p:cxnSp>
        <p:nvCxnSpPr>
          <p:cNvPr id="991" name="直接箭头连接符 990">
            <a:extLst>
              <a:ext uri="{FF2B5EF4-FFF2-40B4-BE49-F238E27FC236}">
                <a16:creationId xmlns:a16="http://schemas.microsoft.com/office/drawing/2014/main" id="{3C941F41-E0AF-4B2A-931A-EF4B98E103D4}"/>
              </a:ext>
            </a:extLst>
          </p:cNvPr>
          <p:cNvCxnSpPr>
            <a:cxnSpLocks/>
            <a:stCxn id="988" idx="1"/>
            <a:endCxn id="989" idx="3"/>
          </p:cNvCxnSpPr>
          <p:nvPr/>
        </p:nvCxnSpPr>
        <p:spPr>
          <a:xfrm flipH="1" flipV="1">
            <a:off x="33172" y="2914634"/>
            <a:ext cx="535637" cy="546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直接箭头连接符 991">
            <a:extLst>
              <a:ext uri="{FF2B5EF4-FFF2-40B4-BE49-F238E27FC236}">
                <a16:creationId xmlns:a16="http://schemas.microsoft.com/office/drawing/2014/main" id="{B9ED90B1-2DAB-4073-B685-A6DEEE8EF9EB}"/>
              </a:ext>
            </a:extLst>
          </p:cNvPr>
          <p:cNvCxnSpPr>
            <a:cxnSpLocks/>
            <a:stCxn id="988" idx="3"/>
            <a:endCxn id="990" idx="1"/>
          </p:cNvCxnSpPr>
          <p:nvPr/>
        </p:nvCxnSpPr>
        <p:spPr>
          <a:xfrm flipV="1">
            <a:off x="1661951" y="2914633"/>
            <a:ext cx="638622" cy="547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3" name="矩形: 圆角 992">
                <a:extLst>
                  <a:ext uri="{FF2B5EF4-FFF2-40B4-BE49-F238E27FC236}">
                    <a16:creationId xmlns:a16="http://schemas.microsoft.com/office/drawing/2014/main" id="{3D2DAD7B-8DE4-44B2-916B-69BB8C1DE5EE}"/>
                  </a:ext>
                </a:extLst>
              </p:cNvPr>
              <p:cNvSpPr/>
              <p:nvPr/>
            </p:nvSpPr>
            <p:spPr>
              <a:xfrm>
                <a:off x="-1544561" y="3877569"/>
                <a:ext cx="5325265" cy="581599"/>
              </a:xfrm>
              <a:prstGeom prst="roundRect">
                <a:avLst>
                  <a:gd name="adj" fmla="val 7269"/>
                </a:avLst>
              </a:prstGeom>
              <a:solidFill>
                <a:srgbClr val="F8FAFE"/>
              </a:solidFill>
              <a:ln w="254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b>
                      </m:sSub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𝐁𝐚𝐬𝐞𝐕𝐨𝐥</m:t>
                          </m:r>
                        </m:sub>
                      </m:sSub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𝐕𝐨𝐥𝐀𝐯𝐠</m:t>
                          </m:r>
                        </m:sub>
                      </m:sSub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𝐕𝐨𝐥𝐌𝐚𝐱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993" name="矩形: 圆角 992">
                <a:extLst>
                  <a:ext uri="{FF2B5EF4-FFF2-40B4-BE49-F238E27FC236}">
                    <a16:creationId xmlns:a16="http://schemas.microsoft.com/office/drawing/2014/main" id="{3D2DAD7B-8DE4-44B2-916B-69BB8C1DE5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44561" y="3877569"/>
                <a:ext cx="5325265" cy="581599"/>
              </a:xfrm>
              <a:prstGeom prst="roundRect">
                <a:avLst>
                  <a:gd name="adj" fmla="val 7269"/>
                </a:avLst>
              </a:prstGeom>
              <a:blipFill>
                <a:blip r:embed="rId13"/>
                <a:stretch>
                  <a:fillRect/>
                </a:stretch>
              </a:blipFill>
              <a:ln w="254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4" name="连接符: 肘形 993">
            <a:extLst>
              <a:ext uri="{FF2B5EF4-FFF2-40B4-BE49-F238E27FC236}">
                <a16:creationId xmlns:a16="http://schemas.microsoft.com/office/drawing/2014/main" id="{9F5C2274-DC18-4775-A421-2EBF9C3EFF55}"/>
              </a:ext>
            </a:extLst>
          </p:cNvPr>
          <p:cNvCxnSpPr>
            <a:cxnSpLocks/>
            <a:stCxn id="989" idx="2"/>
            <a:endCxn id="993" idx="0"/>
          </p:cNvCxnSpPr>
          <p:nvPr/>
        </p:nvCxnSpPr>
        <p:spPr>
          <a:xfrm rot="16200000" flipH="1">
            <a:off x="17871" y="2777368"/>
            <a:ext cx="672136" cy="1528266"/>
          </a:xfrm>
          <a:prstGeom prst="bentConnector3">
            <a:avLst>
              <a:gd name="adj1" fmla="val 50000"/>
            </a:avLst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5" name="连接符: 肘形 994">
            <a:extLst>
              <a:ext uri="{FF2B5EF4-FFF2-40B4-BE49-F238E27FC236}">
                <a16:creationId xmlns:a16="http://schemas.microsoft.com/office/drawing/2014/main" id="{AACDA596-E03A-4438-A00C-4A9C3645E7BE}"/>
              </a:ext>
            </a:extLst>
          </p:cNvPr>
          <p:cNvCxnSpPr>
            <a:cxnSpLocks/>
            <a:stCxn id="990" idx="2"/>
            <a:endCxn id="993" idx="0"/>
          </p:cNvCxnSpPr>
          <p:nvPr/>
        </p:nvCxnSpPr>
        <p:spPr>
          <a:xfrm rot="5400000">
            <a:off x="1594938" y="2728567"/>
            <a:ext cx="672137" cy="1625867"/>
          </a:xfrm>
          <a:prstGeom prst="bentConnector3">
            <a:avLst>
              <a:gd name="adj1" fmla="val 50000"/>
            </a:avLst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6" name="直接箭头连接符 995">
            <a:extLst>
              <a:ext uri="{FF2B5EF4-FFF2-40B4-BE49-F238E27FC236}">
                <a16:creationId xmlns:a16="http://schemas.microsoft.com/office/drawing/2014/main" id="{EC3FA08A-8A66-457F-8CAD-7C6560DA4B05}"/>
              </a:ext>
            </a:extLst>
          </p:cNvPr>
          <p:cNvCxnSpPr>
            <a:cxnSpLocks/>
            <a:stCxn id="988" idx="2"/>
            <a:endCxn id="993" idx="0"/>
          </p:cNvCxnSpPr>
          <p:nvPr/>
        </p:nvCxnSpPr>
        <p:spPr>
          <a:xfrm>
            <a:off x="1115380" y="3099846"/>
            <a:ext cx="2692" cy="7777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7" name="文本框 996">
                <a:extLst>
                  <a:ext uri="{FF2B5EF4-FFF2-40B4-BE49-F238E27FC236}">
                    <a16:creationId xmlns:a16="http://schemas.microsoft.com/office/drawing/2014/main" id="{66D6E5AF-12D6-4A28-832B-176D6D10D7C6}"/>
                  </a:ext>
                </a:extLst>
              </p:cNvPr>
              <p:cNvSpPr txBox="1"/>
              <p:nvPr/>
            </p:nvSpPr>
            <p:spPr>
              <a:xfrm>
                <a:off x="1215392" y="3559824"/>
                <a:ext cx="20740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𝐬𝐨𝐟𝐭𝐦𝐚𝐱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altLang="zh-CN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997" name="文本框 996">
                <a:extLst>
                  <a:ext uri="{FF2B5EF4-FFF2-40B4-BE49-F238E27FC236}">
                    <a16:creationId xmlns:a16="http://schemas.microsoft.com/office/drawing/2014/main" id="{66D6E5AF-12D6-4A28-832B-176D6D10D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392" y="3559824"/>
                <a:ext cx="2074093" cy="276999"/>
              </a:xfrm>
              <a:prstGeom prst="rect">
                <a:avLst/>
              </a:prstGeom>
              <a:blipFill>
                <a:blip r:embed="rId14"/>
                <a:stretch>
                  <a:fillRect l="-2053" t="-2222" r="-3226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8" name="矩形: 圆角 997">
                <a:extLst>
                  <a:ext uri="{FF2B5EF4-FFF2-40B4-BE49-F238E27FC236}">
                    <a16:creationId xmlns:a16="http://schemas.microsoft.com/office/drawing/2014/main" id="{E81F6026-2A77-4F22-AA1F-2EC4CA2868D6}"/>
                  </a:ext>
                </a:extLst>
              </p:cNvPr>
              <p:cNvSpPr/>
              <p:nvPr/>
            </p:nvSpPr>
            <p:spPr>
              <a:xfrm>
                <a:off x="19482" y="4619981"/>
                <a:ext cx="2196367" cy="362443"/>
              </a:xfrm>
              <a:prstGeom prst="roundRect">
                <a:avLst>
                  <a:gd name="adj" fmla="val 7269"/>
                </a:avLst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reshape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CN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permute</a:t>
                </a:r>
              </a:p>
            </p:txBody>
          </p:sp>
        </mc:Choice>
        <mc:Fallback xmlns="">
          <p:sp>
            <p:nvSpPr>
              <p:cNvPr id="998" name="矩形: 圆角 997">
                <a:extLst>
                  <a:ext uri="{FF2B5EF4-FFF2-40B4-BE49-F238E27FC236}">
                    <a16:creationId xmlns:a16="http://schemas.microsoft.com/office/drawing/2014/main" id="{E81F6026-2A77-4F22-AA1F-2EC4CA286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2" y="4619981"/>
                <a:ext cx="2196367" cy="362443"/>
              </a:xfrm>
              <a:prstGeom prst="roundRect">
                <a:avLst>
                  <a:gd name="adj" fmla="val 7269"/>
                </a:avLst>
              </a:prstGeom>
              <a:blipFill>
                <a:blip r:embed="rId15"/>
                <a:stretch>
                  <a:fillRect t="-6349" b="-23810"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9" name="直接箭头连接符 998">
            <a:extLst>
              <a:ext uri="{FF2B5EF4-FFF2-40B4-BE49-F238E27FC236}">
                <a16:creationId xmlns:a16="http://schemas.microsoft.com/office/drawing/2014/main" id="{4249AF43-823B-4B0A-A2C3-6E4BBB32578A}"/>
              </a:ext>
            </a:extLst>
          </p:cNvPr>
          <p:cNvCxnSpPr>
            <a:cxnSpLocks/>
            <a:stCxn id="993" idx="2"/>
            <a:endCxn id="998" idx="0"/>
          </p:cNvCxnSpPr>
          <p:nvPr/>
        </p:nvCxnSpPr>
        <p:spPr>
          <a:xfrm flipH="1">
            <a:off x="1117666" y="4459168"/>
            <a:ext cx="406" cy="1608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直接箭头连接符 999">
            <a:extLst>
              <a:ext uri="{FF2B5EF4-FFF2-40B4-BE49-F238E27FC236}">
                <a16:creationId xmlns:a16="http://schemas.microsoft.com/office/drawing/2014/main" id="{4427835E-6C17-41C8-9580-638E2354521B}"/>
              </a:ext>
            </a:extLst>
          </p:cNvPr>
          <p:cNvCxnSpPr>
            <a:cxnSpLocks/>
            <a:stCxn id="998" idx="2"/>
            <a:endCxn id="1001" idx="0"/>
          </p:cNvCxnSpPr>
          <p:nvPr/>
        </p:nvCxnSpPr>
        <p:spPr>
          <a:xfrm flipH="1">
            <a:off x="1116956" y="4982424"/>
            <a:ext cx="710" cy="1914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1" name="文本框 1000">
                <a:extLst>
                  <a:ext uri="{FF2B5EF4-FFF2-40B4-BE49-F238E27FC236}">
                    <a16:creationId xmlns:a16="http://schemas.microsoft.com/office/drawing/2014/main" id="{B501D3D7-C858-4E61-BBE0-0B7CF39BA9C2}"/>
                  </a:ext>
                </a:extLst>
              </p:cNvPr>
              <p:cNvSpPr txBox="1"/>
              <p:nvPr/>
            </p:nvSpPr>
            <p:spPr>
              <a:xfrm>
                <a:off x="828473" y="5173922"/>
                <a:ext cx="576965" cy="369332"/>
              </a:xfrm>
              <a:prstGeom prst="rect">
                <a:avLst/>
              </a:prstGeom>
              <a:noFill/>
              <a:ln w="25400"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b>
                      </m:sSub>
                    </m:oMath>
                  </m:oMathPara>
                </a14:m>
                <a:endParaRPr lang="zh-CN" alt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1" name="文本框 1000">
                <a:extLst>
                  <a:ext uri="{FF2B5EF4-FFF2-40B4-BE49-F238E27FC236}">
                    <a16:creationId xmlns:a16="http://schemas.microsoft.com/office/drawing/2014/main" id="{B501D3D7-C858-4E61-BBE0-0B7CF39BA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73" y="5173922"/>
                <a:ext cx="576965" cy="369332"/>
              </a:xfrm>
              <a:prstGeom prst="rect">
                <a:avLst/>
              </a:prstGeom>
              <a:blipFill>
                <a:blip r:embed="rId16"/>
                <a:stretch>
                  <a:fillRect r="-4211" b="-1667"/>
                </a:stretch>
              </a:blipFill>
              <a:ln w="25400"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2" name="文本框 1001">
                <a:extLst>
                  <a:ext uri="{FF2B5EF4-FFF2-40B4-BE49-F238E27FC236}">
                    <a16:creationId xmlns:a16="http://schemas.microsoft.com/office/drawing/2014/main" id="{BE21A4FE-3FC8-4B41-8598-A108E5037434}"/>
                  </a:ext>
                </a:extLst>
              </p:cNvPr>
              <p:cNvSpPr txBox="1"/>
              <p:nvPr/>
            </p:nvSpPr>
            <p:spPr>
              <a:xfrm>
                <a:off x="-1217039" y="3225185"/>
                <a:ext cx="843116" cy="3033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𝐕𝐨𝐥𝐀𝐯𝐠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002" name="文本框 1001">
                <a:extLst>
                  <a:ext uri="{FF2B5EF4-FFF2-40B4-BE49-F238E27FC236}">
                    <a16:creationId xmlns:a16="http://schemas.microsoft.com/office/drawing/2014/main" id="{BE21A4FE-3FC8-4B41-8598-A108E5037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17039" y="3225185"/>
                <a:ext cx="843116" cy="303353"/>
              </a:xfrm>
              <a:prstGeom prst="rect">
                <a:avLst/>
              </a:prstGeom>
              <a:blipFill>
                <a:blip r:embed="rId17"/>
                <a:stretch>
                  <a:fillRect l="-3597" r="-2878" b="-2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3" name="文本框 1002">
                <a:extLst>
                  <a:ext uri="{FF2B5EF4-FFF2-40B4-BE49-F238E27FC236}">
                    <a16:creationId xmlns:a16="http://schemas.microsoft.com/office/drawing/2014/main" id="{32BAE151-467D-4765-86F8-81AFEE8DA8AB}"/>
                  </a:ext>
                </a:extLst>
              </p:cNvPr>
              <p:cNvSpPr txBox="1"/>
              <p:nvPr/>
            </p:nvSpPr>
            <p:spPr>
              <a:xfrm>
                <a:off x="2774303" y="3229967"/>
                <a:ext cx="8719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𝐕𝐨𝐥𝐌𝐚𝐱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003" name="文本框 1002">
                <a:extLst>
                  <a:ext uri="{FF2B5EF4-FFF2-40B4-BE49-F238E27FC236}">
                    <a16:creationId xmlns:a16="http://schemas.microsoft.com/office/drawing/2014/main" id="{32BAE151-467D-4765-86F8-81AFEE8DA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303" y="3229967"/>
                <a:ext cx="871970" cy="276999"/>
              </a:xfrm>
              <a:prstGeom prst="rect">
                <a:avLst/>
              </a:prstGeom>
              <a:blipFill>
                <a:blip r:embed="rId18"/>
                <a:stretch>
                  <a:fillRect l="-3497" r="-1399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4" name="矩形: 圆角 1003">
                <a:extLst>
                  <a:ext uri="{FF2B5EF4-FFF2-40B4-BE49-F238E27FC236}">
                    <a16:creationId xmlns:a16="http://schemas.microsoft.com/office/drawing/2014/main" id="{2924D79D-8B17-4CD4-816E-7F2B1F43C261}"/>
                  </a:ext>
                </a:extLst>
              </p:cNvPr>
              <p:cNvSpPr/>
              <p:nvPr/>
            </p:nvSpPr>
            <p:spPr>
              <a:xfrm>
                <a:off x="-877219" y="5068776"/>
                <a:ext cx="1275141" cy="581599"/>
              </a:xfrm>
              <a:prstGeom prst="roundRect">
                <a:avLst>
                  <a:gd name="adj" fmla="val 7269"/>
                </a:avLst>
              </a:prstGeom>
              <a:solidFill>
                <a:schemeClr val="bg1"/>
              </a:solidFill>
              <a:ln w="25400">
                <a:solidFill>
                  <a:srgbClr val="668AB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p>
                    </m:oMath>
                  </m:oMathPara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04" name="矩形: 圆角 1003">
                <a:extLst>
                  <a:ext uri="{FF2B5EF4-FFF2-40B4-BE49-F238E27FC236}">
                    <a16:creationId xmlns:a16="http://schemas.microsoft.com/office/drawing/2014/main" id="{2924D79D-8B17-4CD4-816E-7F2B1F43C2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77219" y="5068776"/>
                <a:ext cx="1275141" cy="581599"/>
              </a:xfrm>
              <a:prstGeom prst="roundRect">
                <a:avLst>
                  <a:gd name="adj" fmla="val 7269"/>
                </a:avLst>
              </a:prstGeom>
              <a:blipFill>
                <a:blip r:embed="rId19"/>
                <a:stretch>
                  <a:fillRect t="-9000"/>
                </a:stretch>
              </a:blipFill>
              <a:ln w="25400">
                <a:solidFill>
                  <a:srgbClr val="668AB3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5" name="矩形: 圆角 1004">
                <a:extLst>
                  <a:ext uri="{FF2B5EF4-FFF2-40B4-BE49-F238E27FC236}">
                    <a16:creationId xmlns:a16="http://schemas.microsoft.com/office/drawing/2014/main" id="{D9312BE6-8D25-4E28-AE0A-867872BEEC5F}"/>
                  </a:ext>
                </a:extLst>
              </p:cNvPr>
              <p:cNvSpPr/>
              <p:nvPr/>
            </p:nvSpPr>
            <p:spPr>
              <a:xfrm>
                <a:off x="1876332" y="5068777"/>
                <a:ext cx="1275141" cy="581599"/>
              </a:xfrm>
              <a:prstGeom prst="roundRect">
                <a:avLst>
                  <a:gd name="adj" fmla="val 7269"/>
                </a:avLst>
              </a:prstGeom>
              <a:solidFill>
                <a:schemeClr val="bg1"/>
              </a:solidFill>
              <a:ln w="25400">
                <a:solidFill>
                  <a:srgbClr val="668AB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altLang="zh-CN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p>
                    </m:oMath>
                  </m:oMathPara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05" name="矩形: 圆角 1004">
                <a:extLst>
                  <a:ext uri="{FF2B5EF4-FFF2-40B4-BE49-F238E27FC236}">
                    <a16:creationId xmlns:a16="http://schemas.microsoft.com/office/drawing/2014/main" id="{D9312BE6-8D25-4E28-AE0A-867872BEEC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332" y="5068777"/>
                <a:ext cx="1275141" cy="581599"/>
              </a:xfrm>
              <a:prstGeom prst="roundRect">
                <a:avLst>
                  <a:gd name="adj" fmla="val 7269"/>
                </a:avLst>
              </a:prstGeom>
              <a:blipFill>
                <a:blip r:embed="rId20"/>
                <a:stretch>
                  <a:fillRect t="-9000"/>
                </a:stretch>
              </a:blipFill>
              <a:ln w="25400">
                <a:solidFill>
                  <a:srgbClr val="668AB3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6" name="直接箭头连接符 1005">
            <a:extLst>
              <a:ext uri="{FF2B5EF4-FFF2-40B4-BE49-F238E27FC236}">
                <a16:creationId xmlns:a16="http://schemas.microsoft.com/office/drawing/2014/main" id="{33050B16-9445-4F18-A6AF-1501D1BF229E}"/>
              </a:ext>
            </a:extLst>
          </p:cNvPr>
          <p:cNvCxnSpPr>
            <a:cxnSpLocks/>
            <a:stCxn id="1001" idx="1"/>
            <a:endCxn id="1004" idx="3"/>
          </p:cNvCxnSpPr>
          <p:nvPr/>
        </p:nvCxnSpPr>
        <p:spPr>
          <a:xfrm flipH="1">
            <a:off x="397922" y="5358588"/>
            <a:ext cx="430551" cy="988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7" name="直接箭头连接符 1006">
            <a:extLst>
              <a:ext uri="{FF2B5EF4-FFF2-40B4-BE49-F238E27FC236}">
                <a16:creationId xmlns:a16="http://schemas.microsoft.com/office/drawing/2014/main" id="{2843A18E-5DE8-4F54-9D15-49A555E8EB9B}"/>
              </a:ext>
            </a:extLst>
          </p:cNvPr>
          <p:cNvCxnSpPr>
            <a:cxnSpLocks/>
            <a:stCxn id="1001" idx="3"/>
            <a:endCxn id="1005" idx="1"/>
          </p:cNvCxnSpPr>
          <p:nvPr/>
        </p:nvCxnSpPr>
        <p:spPr>
          <a:xfrm>
            <a:off x="1405438" y="5358588"/>
            <a:ext cx="470894" cy="989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8" name="矩形: 圆角 1007">
            <a:extLst>
              <a:ext uri="{FF2B5EF4-FFF2-40B4-BE49-F238E27FC236}">
                <a16:creationId xmlns:a16="http://schemas.microsoft.com/office/drawing/2014/main" id="{5C1A1857-7921-4E6F-B60C-EB80B7D1EBA1}"/>
              </a:ext>
            </a:extLst>
          </p:cNvPr>
          <p:cNvSpPr/>
          <p:nvPr/>
        </p:nvSpPr>
        <p:spPr>
          <a:xfrm>
            <a:off x="-1730501" y="-2343605"/>
            <a:ext cx="6022590" cy="587021"/>
          </a:xfrm>
          <a:prstGeom prst="roundRect">
            <a:avLst>
              <a:gd name="adj" fmla="val 7269"/>
            </a:avLst>
          </a:prstGeom>
          <a:solidFill>
            <a:srgbClr val="F2F7FE"/>
          </a:solidFill>
          <a:ln w="25400">
            <a:solidFill>
              <a:srgbClr val="668AB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345DA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 1-1: Volatility Encoding</a:t>
            </a:r>
          </a:p>
          <a:p>
            <a:pPr algn="ctr"/>
            <a:r>
              <a:rPr lang="en-US" altLang="zh-CN" sz="1600" b="1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Extract complementary volatility cues</a:t>
            </a:r>
            <a:endParaRPr lang="zh-CN" altLang="en-US" sz="1600" i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09" name="矩形: 圆角 1008">
            <a:extLst>
              <a:ext uri="{FF2B5EF4-FFF2-40B4-BE49-F238E27FC236}">
                <a16:creationId xmlns:a16="http://schemas.microsoft.com/office/drawing/2014/main" id="{598881C1-9A69-4A84-A8D2-72CE6DE1D2B2}"/>
              </a:ext>
            </a:extLst>
          </p:cNvPr>
          <p:cNvSpPr/>
          <p:nvPr/>
        </p:nvSpPr>
        <p:spPr>
          <a:xfrm>
            <a:off x="450848" y="6007843"/>
            <a:ext cx="1366341" cy="42243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rgbClr val="668A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0" name="连接符: 肘形 1009">
            <a:extLst>
              <a:ext uri="{FF2B5EF4-FFF2-40B4-BE49-F238E27FC236}">
                <a16:creationId xmlns:a16="http://schemas.microsoft.com/office/drawing/2014/main" id="{5B7A12B2-F855-428D-8D3C-3697A221B9DD}"/>
              </a:ext>
            </a:extLst>
          </p:cNvPr>
          <p:cNvCxnSpPr>
            <a:cxnSpLocks/>
            <a:stCxn id="309" idx="0"/>
            <a:endCxn id="1009" idx="3"/>
          </p:cNvCxnSpPr>
          <p:nvPr/>
        </p:nvCxnSpPr>
        <p:spPr>
          <a:xfrm rot="16200000" flipH="1">
            <a:off x="-2193324" y="2208547"/>
            <a:ext cx="7611677" cy="409347"/>
          </a:xfrm>
          <a:prstGeom prst="bentConnector4">
            <a:avLst>
              <a:gd name="adj1" fmla="val -1802"/>
              <a:gd name="adj2" fmla="val 737387"/>
            </a:avLst>
          </a:prstGeom>
          <a:ln w="25400">
            <a:solidFill>
              <a:srgbClr val="668AB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1" name="连接符: 肘形 1010">
            <a:extLst>
              <a:ext uri="{FF2B5EF4-FFF2-40B4-BE49-F238E27FC236}">
                <a16:creationId xmlns:a16="http://schemas.microsoft.com/office/drawing/2014/main" id="{3938A176-C0BC-439C-A867-4C8D7A9B6C44}"/>
              </a:ext>
            </a:extLst>
          </p:cNvPr>
          <p:cNvCxnSpPr>
            <a:cxnSpLocks/>
            <a:stCxn id="1178" idx="2"/>
            <a:endCxn id="1009" idx="3"/>
          </p:cNvCxnSpPr>
          <p:nvPr/>
        </p:nvCxnSpPr>
        <p:spPr>
          <a:xfrm rot="5400000">
            <a:off x="2034977" y="5743078"/>
            <a:ext cx="258194" cy="693769"/>
          </a:xfrm>
          <a:prstGeom prst="bentConnector2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2" name="连接符: 肘形 1011">
            <a:extLst>
              <a:ext uri="{FF2B5EF4-FFF2-40B4-BE49-F238E27FC236}">
                <a16:creationId xmlns:a16="http://schemas.microsoft.com/office/drawing/2014/main" id="{BAECE2AA-66D8-47BC-8E2C-A5DD5DCFC640}"/>
              </a:ext>
            </a:extLst>
          </p:cNvPr>
          <p:cNvCxnSpPr>
            <a:cxnSpLocks/>
            <a:stCxn id="1179" idx="2"/>
            <a:endCxn id="1009" idx="1"/>
          </p:cNvCxnSpPr>
          <p:nvPr/>
        </p:nvCxnSpPr>
        <p:spPr>
          <a:xfrm rot="16200000" flipH="1">
            <a:off x="-52693" y="5715517"/>
            <a:ext cx="238681" cy="768401"/>
          </a:xfrm>
          <a:prstGeom prst="bentConnector2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3" name="矩形: 圆角 1012">
            <a:extLst>
              <a:ext uri="{FF2B5EF4-FFF2-40B4-BE49-F238E27FC236}">
                <a16:creationId xmlns:a16="http://schemas.microsoft.com/office/drawing/2014/main" id="{E9AAD152-C4D6-4AEC-A801-21776794C13F}"/>
              </a:ext>
            </a:extLst>
          </p:cNvPr>
          <p:cNvSpPr/>
          <p:nvPr/>
        </p:nvSpPr>
        <p:spPr>
          <a:xfrm>
            <a:off x="-1730501" y="1751770"/>
            <a:ext cx="6022590" cy="587021"/>
          </a:xfrm>
          <a:prstGeom prst="roundRect">
            <a:avLst>
              <a:gd name="adj" fmla="val 7269"/>
            </a:avLst>
          </a:prstGeom>
          <a:solidFill>
            <a:srgbClr val="F2F7FE"/>
          </a:solidFill>
          <a:ln w="25400">
            <a:solidFill>
              <a:srgbClr val="668AB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345DA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 1-2: Volatility Scoring</a:t>
            </a:r>
          </a:p>
          <a:p>
            <a:pPr algn="ctr"/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Generate volatility scores and masks</a:t>
            </a:r>
            <a:endParaRPr lang="zh-CN" altLang="en-US" sz="1800" i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14" name="直接箭头连接符 1013">
            <a:extLst>
              <a:ext uri="{FF2B5EF4-FFF2-40B4-BE49-F238E27FC236}">
                <a16:creationId xmlns:a16="http://schemas.microsoft.com/office/drawing/2014/main" id="{92625E40-6F37-43B5-982F-22AE0047C8B5}"/>
              </a:ext>
            </a:extLst>
          </p:cNvPr>
          <p:cNvCxnSpPr>
            <a:cxnSpLocks/>
            <a:stCxn id="1009" idx="2"/>
            <a:endCxn id="1017" idx="0"/>
          </p:cNvCxnSpPr>
          <p:nvPr/>
        </p:nvCxnSpPr>
        <p:spPr>
          <a:xfrm>
            <a:off x="1134019" y="6430275"/>
            <a:ext cx="1333" cy="14190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5" name="文本框 1014">
                <a:extLst>
                  <a:ext uri="{FF2B5EF4-FFF2-40B4-BE49-F238E27FC236}">
                    <a16:creationId xmlns:a16="http://schemas.microsoft.com/office/drawing/2014/main" id="{2A8585CD-39BA-466F-B54C-AE984E5567F7}"/>
                  </a:ext>
                </a:extLst>
              </p:cNvPr>
              <p:cNvSpPr txBox="1"/>
              <p:nvPr/>
            </p:nvSpPr>
            <p:spPr>
              <a:xfrm>
                <a:off x="2654290" y="5867791"/>
                <a:ext cx="7507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𝐍𝐨𝐫𝐦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15" name="文本框 1014">
                <a:extLst>
                  <a:ext uri="{FF2B5EF4-FFF2-40B4-BE49-F238E27FC236}">
                    <a16:creationId xmlns:a16="http://schemas.microsoft.com/office/drawing/2014/main" id="{2A8585CD-39BA-466F-B54C-AE984E556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290" y="5867791"/>
                <a:ext cx="750756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6" name="矩形: 圆角 1015">
            <a:extLst>
              <a:ext uri="{FF2B5EF4-FFF2-40B4-BE49-F238E27FC236}">
                <a16:creationId xmlns:a16="http://schemas.microsoft.com/office/drawing/2014/main" id="{EEC2DF88-D041-40BF-9FFA-A6E01389C93C}"/>
              </a:ext>
            </a:extLst>
          </p:cNvPr>
          <p:cNvSpPr/>
          <p:nvPr/>
        </p:nvSpPr>
        <p:spPr>
          <a:xfrm>
            <a:off x="-1730501" y="7025688"/>
            <a:ext cx="6022590" cy="599909"/>
          </a:xfrm>
          <a:prstGeom prst="roundRect">
            <a:avLst>
              <a:gd name="adj" fmla="val 7269"/>
            </a:avLst>
          </a:prstGeom>
          <a:solidFill>
            <a:srgbClr val="F2F7FE"/>
          </a:solidFill>
          <a:ln w="25400">
            <a:solidFill>
              <a:srgbClr val="668AB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345DA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Stage 1-3:</a:t>
            </a:r>
            <a:r>
              <a:rPr lang="zh-CN" altLang="en-US" b="1" dirty="0">
                <a:solidFill>
                  <a:srgbClr val="345DA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345DA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Guided</a:t>
            </a:r>
            <a:r>
              <a:rPr lang="zh-CN" altLang="en-US" b="1" dirty="0">
                <a:solidFill>
                  <a:srgbClr val="345DA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345DA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Enhancement</a:t>
            </a:r>
          </a:p>
          <a:p>
            <a:pPr algn="ctr"/>
            <a:r>
              <a:rPr lang="en-US" altLang="zh-CN" sz="1800" b="1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Inje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ct volatility-guided enhancement</a:t>
            </a:r>
            <a:endParaRPr lang="zh-CN" altLang="en-US" sz="1800" i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7" name="文本框 1016">
                <a:extLst>
                  <a:ext uri="{FF2B5EF4-FFF2-40B4-BE49-F238E27FC236}">
                    <a16:creationId xmlns:a16="http://schemas.microsoft.com/office/drawing/2014/main" id="{70ACE53C-1A94-4940-A0A2-D7A6F5E87B0A}"/>
                  </a:ext>
                </a:extLst>
              </p:cNvPr>
              <p:cNvSpPr txBox="1"/>
              <p:nvPr/>
            </p:nvSpPr>
            <p:spPr>
              <a:xfrm>
                <a:off x="678749" y="7849286"/>
                <a:ext cx="913206" cy="394916"/>
              </a:xfrm>
              <a:prstGeom prst="rect">
                <a:avLst/>
              </a:prstGeom>
              <a:noFill/>
              <a:ln w="25400"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𝐅𝐮𝐬𝐢𝐨𝐧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bSup>
                    </m:oMath>
                  </m:oMathPara>
                </a14:m>
                <a:endParaRPr lang="zh-CN" alt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17" name="文本框 1016">
                <a:extLst>
                  <a:ext uri="{FF2B5EF4-FFF2-40B4-BE49-F238E27FC236}">
                    <a16:creationId xmlns:a16="http://schemas.microsoft.com/office/drawing/2014/main" id="{70ACE53C-1A94-4940-A0A2-D7A6F5E87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49" y="7849286"/>
                <a:ext cx="913206" cy="394916"/>
              </a:xfrm>
              <a:prstGeom prst="rect">
                <a:avLst/>
              </a:prstGeom>
              <a:blipFill>
                <a:blip r:embed="rId22"/>
                <a:stretch>
                  <a:fillRect b="-3125"/>
                </a:stretch>
              </a:blipFill>
              <a:ln w="25400"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8" name="矩形: 圆角 1017">
            <a:extLst>
              <a:ext uri="{FF2B5EF4-FFF2-40B4-BE49-F238E27FC236}">
                <a16:creationId xmlns:a16="http://schemas.microsoft.com/office/drawing/2014/main" id="{85560663-509A-4055-8976-578AEB35A011}"/>
              </a:ext>
            </a:extLst>
          </p:cNvPr>
          <p:cNvSpPr/>
          <p:nvPr/>
        </p:nvSpPr>
        <p:spPr>
          <a:xfrm>
            <a:off x="-1480490" y="8294443"/>
            <a:ext cx="1275141" cy="408354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rgbClr val="668A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 MLP</a:t>
            </a:r>
            <a:endParaRPr lang="zh-CN" altLang="en-US" b="1" dirty="0"/>
          </a:p>
        </p:txBody>
      </p:sp>
      <p:sp>
        <p:nvSpPr>
          <p:cNvPr id="1019" name="矩形: 圆角 1018">
            <a:extLst>
              <a:ext uri="{FF2B5EF4-FFF2-40B4-BE49-F238E27FC236}">
                <a16:creationId xmlns:a16="http://schemas.microsoft.com/office/drawing/2014/main" id="{91B5BBC2-3A70-4E01-95FB-D85027C02AB1}"/>
              </a:ext>
            </a:extLst>
          </p:cNvPr>
          <p:cNvSpPr/>
          <p:nvPr/>
        </p:nvSpPr>
        <p:spPr>
          <a:xfrm>
            <a:off x="2654290" y="8294442"/>
            <a:ext cx="1275141" cy="408354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rgbClr val="668A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 MLP</a:t>
            </a:r>
            <a:endParaRPr lang="zh-CN" altLang="en-US" b="1" dirty="0"/>
          </a:p>
        </p:txBody>
      </p:sp>
      <p:cxnSp>
        <p:nvCxnSpPr>
          <p:cNvPr id="1020" name="连接符: 肘形 1019">
            <a:extLst>
              <a:ext uri="{FF2B5EF4-FFF2-40B4-BE49-F238E27FC236}">
                <a16:creationId xmlns:a16="http://schemas.microsoft.com/office/drawing/2014/main" id="{21B8030C-263F-41D8-B957-3DCF02547552}"/>
              </a:ext>
            </a:extLst>
          </p:cNvPr>
          <p:cNvCxnSpPr>
            <a:cxnSpLocks/>
            <a:stCxn id="1017" idx="1"/>
            <a:endCxn id="1018" idx="0"/>
          </p:cNvCxnSpPr>
          <p:nvPr/>
        </p:nvCxnSpPr>
        <p:spPr>
          <a:xfrm rot="10800000" flipV="1">
            <a:off x="-842919" y="8046743"/>
            <a:ext cx="1521668" cy="247699"/>
          </a:xfrm>
          <a:prstGeom prst="bentConnector2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" name="连接符: 肘形 1020">
            <a:extLst>
              <a:ext uri="{FF2B5EF4-FFF2-40B4-BE49-F238E27FC236}">
                <a16:creationId xmlns:a16="http://schemas.microsoft.com/office/drawing/2014/main" id="{B21903E3-26D6-481C-9EC0-54DEACD9A1CF}"/>
              </a:ext>
            </a:extLst>
          </p:cNvPr>
          <p:cNvCxnSpPr>
            <a:cxnSpLocks/>
            <a:stCxn id="1017" idx="3"/>
            <a:endCxn id="1019" idx="0"/>
          </p:cNvCxnSpPr>
          <p:nvPr/>
        </p:nvCxnSpPr>
        <p:spPr>
          <a:xfrm>
            <a:off x="1591955" y="8046744"/>
            <a:ext cx="1699906" cy="247698"/>
          </a:xfrm>
          <a:prstGeom prst="bentConnector2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6ACB5C41-6628-41E9-B2A8-E10EEE5CE53B}"/>
                  </a:ext>
                </a:extLst>
              </p:cNvPr>
              <p:cNvSpPr txBox="1"/>
              <p:nvPr/>
            </p:nvSpPr>
            <p:spPr>
              <a:xfrm>
                <a:off x="-1213982" y="8900712"/>
                <a:ext cx="74212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𝐆𝐚𝐭𝐞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6ACB5C41-6628-41E9-B2A8-E10EEE5CE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13982" y="8900712"/>
                <a:ext cx="742123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3" name="直接箭头连接符 1022">
            <a:extLst>
              <a:ext uri="{FF2B5EF4-FFF2-40B4-BE49-F238E27FC236}">
                <a16:creationId xmlns:a16="http://schemas.microsoft.com/office/drawing/2014/main" id="{F6B1EBEA-0D7F-4AFB-9430-E6E8EAEEDB8A}"/>
              </a:ext>
            </a:extLst>
          </p:cNvPr>
          <p:cNvCxnSpPr>
            <a:cxnSpLocks/>
            <a:stCxn id="1018" idx="2"/>
            <a:endCxn id="1022" idx="0"/>
          </p:cNvCxnSpPr>
          <p:nvPr/>
        </p:nvCxnSpPr>
        <p:spPr>
          <a:xfrm flipH="1">
            <a:off x="-842920" y="8702797"/>
            <a:ext cx="1" cy="1979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D250A156-7D68-41BC-AD93-1063827CFCF7}"/>
                  </a:ext>
                </a:extLst>
              </p:cNvPr>
              <p:cNvSpPr txBox="1"/>
              <p:nvPr/>
            </p:nvSpPr>
            <p:spPr>
              <a:xfrm>
                <a:off x="2922175" y="8898236"/>
                <a:ext cx="74212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𝐁𝐢𝐚𝐬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D250A156-7D68-41BC-AD93-1063827CF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2175" y="8898236"/>
                <a:ext cx="742123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5" name="直接箭头连接符 1024">
            <a:extLst>
              <a:ext uri="{FF2B5EF4-FFF2-40B4-BE49-F238E27FC236}">
                <a16:creationId xmlns:a16="http://schemas.microsoft.com/office/drawing/2014/main" id="{19CAC953-AF13-4ED0-ABAB-B98E394D4032}"/>
              </a:ext>
            </a:extLst>
          </p:cNvPr>
          <p:cNvCxnSpPr>
            <a:cxnSpLocks/>
            <a:stCxn id="1019" idx="2"/>
            <a:endCxn id="1024" idx="0"/>
          </p:cNvCxnSpPr>
          <p:nvPr/>
        </p:nvCxnSpPr>
        <p:spPr>
          <a:xfrm>
            <a:off x="3291861" y="8702796"/>
            <a:ext cx="1376" cy="1954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6" name="矩形: 圆角 1025">
                <a:extLst>
                  <a:ext uri="{FF2B5EF4-FFF2-40B4-BE49-F238E27FC236}">
                    <a16:creationId xmlns:a16="http://schemas.microsoft.com/office/drawing/2014/main" id="{94995CCE-9DF4-440E-8F80-9ABF198BC625}"/>
                  </a:ext>
                </a:extLst>
              </p:cNvPr>
              <p:cNvSpPr/>
              <p:nvPr/>
            </p:nvSpPr>
            <p:spPr>
              <a:xfrm>
                <a:off x="-346928" y="8777085"/>
                <a:ext cx="3143300" cy="305179"/>
              </a:xfrm>
              <a:prstGeom prst="roundRect">
                <a:avLst>
                  <a:gd name="adj" fmla="val 7269"/>
                </a:avLst>
              </a:prstGeom>
              <a:solidFill>
                <a:schemeClr val="bg1"/>
              </a:solidFill>
              <a:ln w="25400">
                <a:solidFill>
                  <a:srgbClr val="668AB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rgbClr val="4472C4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Trainable parameters: </a:t>
                </a:r>
                <a14:m>
                  <m:oMath xmlns:m="http://schemas.openxmlformats.org/officeDocument/2006/math">
                    <m:r>
                      <a:rPr lang="zh-CN" alt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altLang="zh-CN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zh-CN" alt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endParaRPr lang="zh-CN" altLang="en-US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6" name="矩形: 圆角 1025">
                <a:extLst>
                  <a:ext uri="{FF2B5EF4-FFF2-40B4-BE49-F238E27FC236}">
                    <a16:creationId xmlns:a16="http://schemas.microsoft.com/office/drawing/2014/main" id="{94995CCE-9DF4-440E-8F80-9ABF198BC6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6928" y="8777085"/>
                <a:ext cx="3143300" cy="305179"/>
              </a:xfrm>
              <a:prstGeom prst="roundRect">
                <a:avLst>
                  <a:gd name="adj" fmla="val 7269"/>
                </a:avLst>
              </a:prstGeom>
              <a:blipFill>
                <a:blip r:embed="rId25"/>
                <a:stretch>
                  <a:fillRect t="-16667" b="-35185"/>
                </a:stretch>
              </a:blipFill>
              <a:ln w="25400">
                <a:solidFill>
                  <a:srgbClr val="668AB3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7" name="连接符: 肘形 1026">
            <a:extLst>
              <a:ext uri="{FF2B5EF4-FFF2-40B4-BE49-F238E27FC236}">
                <a16:creationId xmlns:a16="http://schemas.microsoft.com/office/drawing/2014/main" id="{272573D0-3372-4637-BF1F-EE5CDCC65D1E}"/>
              </a:ext>
            </a:extLst>
          </p:cNvPr>
          <p:cNvCxnSpPr>
            <a:cxnSpLocks/>
            <a:stCxn id="1022" idx="2"/>
            <a:endCxn id="1028" idx="0"/>
          </p:cNvCxnSpPr>
          <p:nvPr/>
        </p:nvCxnSpPr>
        <p:spPr>
          <a:xfrm rot="16200000" flipH="1">
            <a:off x="-39320" y="8466444"/>
            <a:ext cx="462088" cy="2069288"/>
          </a:xfrm>
          <a:prstGeom prst="bentConnector3">
            <a:avLst>
              <a:gd name="adj1" fmla="val 50000"/>
            </a:avLst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矩形: 圆角 1027">
                <a:extLst>
                  <a:ext uri="{FF2B5EF4-FFF2-40B4-BE49-F238E27FC236}">
                    <a16:creationId xmlns:a16="http://schemas.microsoft.com/office/drawing/2014/main" id="{C59A8D8A-AFD7-42FC-BD98-241BC30EFE0B}"/>
                  </a:ext>
                </a:extLst>
              </p:cNvPr>
              <p:cNvSpPr/>
              <p:nvPr/>
            </p:nvSpPr>
            <p:spPr>
              <a:xfrm>
                <a:off x="-1372985" y="9732132"/>
                <a:ext cx="5198705" cy="408355"/>
              </a:xfrm>
              <a:prstGeom prst="roundRect">
                <a:avLst>
                  <a:gd name="adj" fmla="val 7269"/>
                </a:avLst>
              </a:prstGeom>
              <a:solidFill>
                <a:srgbClr val="F8FAFE"/>
              </a:solidFill>
              <a:ln w="254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𝐔𝐩𝐝𝐚𝐭</m:t>
                          </m:r>
                          <m:r>
                            <a:rPr lang="en-US" altLang="zh-CN" b="1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𝐞</m:t>
                          </m:r>
                        </m:sub>
                      </m:sSub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∗(</m:t>
                      </m:r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𝐆𝐚𝐭𝐞</m:t>
                          </m:r>
                        </m:sub>
                      </m:sSub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acc>
                        <m:accPr>
                          <m:chr m:val="̅"/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</m:acc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)+</m:t>
                      </m:r>
                      <m:r>
                        <a:rPr lang="zh-CN" alt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𝜷</m:t>
                      </m:r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𝐁𝐢𝐚𝐬</m:t>
                          </m:r>
                        </m:sub>
                      </m:sSub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028" name="矩形: 圆角 1027">
                <a:extLst>
                  <a:ext uri="{FF2B5EF4-FFF2-40B4-BE49-F238E27FC236}">
                    <a16:creationId xmlns:a16="http://schemas.microsoft.com/office/drawing/2014/main" id="{C59A8D8A-AFD7-42FC-BD98-241BC30EFE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72985" y="9732132"/>
                <a:ext cx="5198705" cy="408355"/>
              </a:xfrm>
              <a:prstGeom prst="roundRect">
                <a:avLst>
                  <a:gd name="adj" fmla="val 7269"/>
                </a:avLst>
              </a:prstGeom>
              <a:blipFill>
                <a:blip r:embed="rId26"/>
                <a:stretch>
                  <a:fillRect b="-5634"/>
                </a:stretch>
              </a:blipFill>
              <a:ln w="254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9" name="连接符: 肘形 1028">
            <a:extLst>
              <a:ext uri="{FF2B5EF4-FFF2-40B4-BE49-F238E27FC236}">
                <a16:creationId xmlns:a16="http://schemas.microsoft.com/office/drawing/2014/main" id="{FE7DA280-24B2-428B-BF75-F15AD9884620}"/>
              </a:ext>
            </a:extLst>
          </p:cNvPr>
          <p:cNvCxnSpPr>
            <a:cxnSpLocks/>
            <a:stCxn id="972" idx="0"/>
            <a:endCxn id="1028" idx="3"/>
          </p:cNvCxnSpPr>
          <p:nvPr/>
        </p:nvCxnSpPr>
        <p:spPr>
          <a:xfrm rot="16200000" flipH="1">
            <a:off x="-3472460" y="2638130"/>
            <a:ext cx="11280334" cy="3316026"/>
          </a:xfrm>
          <a:prstGeom prst="bentConnector4">
            <a:avLst>
              <a:gd name="adj1" fmla="val -2443"/>
              <a:gd name="adj2" fmla="val 122520"/>
            </a:avLst>
          </a:prstGeom>
          <a:ln w="25400">
            <a:solidFill>
              <a:srgbClr val="668AB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连接符: 肘形 1029">
            <a:extLst>
              <a:ext uri="{FF2B5EF4-FFF2-40B4-BE49-F238E27FC236}">
                <a16:creationId xmlns:a16="http://schemas.microsoft.com/office/drawing/2014/main" id="{E80BCF9D-9872-4871-BC49-AC0219CD605B}"/>
              </a:ext>
            </a:extLst>
          </p:cNvPr>
          <p:cNvCxnSpPr>
            <a:cxnSpLocks/>
            <a:stCxn id="1024" idx="2"/>
            <a:endCxn id="1028" idx="0"/>
          </p:cNvCxnSpPr>
          <p:nvPr/>
        </p:nvCxnSpPr>
        <p:spPr>
          <a:xfrm rot="5400000">
            <a:off x="2027521" y="8466416"/>
            <a:ext cx="464564" cy="2066869"/>
          </a:xfrm>
          <a:prstGeom prst="bentConnector3">
            <a:avLst>
              <a:gd name="adj1" fmla="val 50000"/>
            </a:avLst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直接箭头连接符 1030">
            <a:extLst>
              <a:ext uri="{FF2B5EF4-FFF2-40B4-BE49-F238E27FC236}">
                <a16:creationId xmlns:a16="http://schemas.microsoft.com/office/drawing/2014/main" id="{862354D1-24F0-4EB8-B467-796EB510487C}"/>
              </a:ext>
            </a:extLst>
          </p:cNvPr>
          <p:cNvCxnSpPr>
            <a:cxnSpLocks/>
            <a:stCxn id="1026" idx="2"/>
            <a:endCxn id="1028" idx="0"/>
          </p:cNvCxnSpPr>
          <p:nvPr/>
        </p:nvCxnSpPr>
        <p:spPr>
          <a:xfrm>
            <a:off x="1224722" y="9082264"/>
            <a:ext cx="1646" cy="649868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2" name="文本框 1031">
                <a:extLst>
                  <a:ext uri="{FF2B5EF4-FFF2-40B4-BE49-F238E27FC236}">
                    <a16:creationId xmlns:a16="http://schemas.microsoft.com/office/drawing/2014/main" id="{61FEA2FF-BABB-4D32-A683-EBBBB53DD82B}"/>
                  </a:ext>
                </a:extLst>
              </p:cNvPr>
              <p:cNvSpPr txBox="1"/>
              <p:nvPr/>
            </p:nvSpPr>
            <p:spPr>
              <a:xfrm>
                <a:off x="3868253" y="10279253"/>
                <a:ext cx="328123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𝐓</m:t>
                          </m:r>
                        </m:sup>
                      </m:sSup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032" name="文本框 1031">
                <a:extLst>
                  <a:ext uri="{FF2B5EF4-FFF2-40B4-BE49-F238E27FC236}">
                    <a16:creationId xmlns:a16="http://schemas.microsoft.com/office/drawing/2014/main" id="{61FEA2FF-BABB-4D32-A683-EBBBB53DD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253" y="10279253"/>
                <a:ext cx="328123" cy="374270"/>
              </a:xfrm>
              <a:prstGeom prst="rect">
                <a:avLst/>
              </a:prstGeom>
              <a:blipFill>
                <a:blip r:embed="rId27"/>
                <a:stretch>
                  <a:fillRect r="-377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3" name="矩形: 圆角 1032">
            <a:extLst>
              <a:ext uri="{FF2B5EF4-FFF2-40B4-BE49-F238E27FC236}">
                <a16:creationId xmlns:a16="http://schemas.microsoft.com/office/drawing/2014/main" id="{EC8C26EB-3B03-43A4-9C1E-BDE6901F84EA}"/>
              </a:ext>
            </a:extLst>
          </p:cNvPr>
          <p:cNvSpPr/>
          <p:nvPr/>
        </p:nvSpPr>
        <p:spPr>
          <a:xfrm>
            <a:off x="2379474" y="10281158"/>
            <a:ext cx="1233710" cy="362443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</a:t>
            </a:r>
          </a:p>
        </p:txBody>
      </p:sp>
      <p:cxnSp>
        <p:nvCxnSpPr>
          <p:cNvPr id="1034" name="直接箭头连接符 1033">
            <a:extLst>
              <a:ext uri="{FF2B5EF4-FFF2-40B4-BE49-F238E27FC236}">
                <a16:creationId xmlns:a16="http://schemas.microsoft.com/office/drawing/2014/main" id="{12F3EAAC-E17D-4E7D-8F0F-A72DDA3535D4}"/>
              </a:ext>
            </a:extLst>
          </p:cNvPr>
          <p:cNvCxnSpPr>
            <a:cxnSpLocks/>
            <a:stCxn id="1032" idx="1"/>
            <a:endCxn id="1033" idx="3"/>
          </p:cNvCxnSpPr>
          <p:nvPr/>
        </p:nvCxnSpPr>
        <p:spPr>
          <a:xfrm flipH="1" flipV="1">
            <a:off x="3613184" y="10462380"/>
            <a:ext cx="255069" cy="4008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矩形: 圆角 1034">
            <a:extLst>
              <a:ext uri="{FF2B5EF4-FFF2-40B4-BE49-F238E27FC236}">
                <a16:creationId xmlns:a16="http://schemas.microsoft.com/office/drawing/2014/main" id="{B1DBD140-D912-4C29-92A2-8A6E737F7538}"/>
              </a:ext>
            </a:extLst>
          </p:cNvPr>
          <p:cNvSpPr/>
          <p:nvPr/>
        </p:nvSpPr>
        <p:spPr>
          <a:xfrm>
            <a:off x="140072" y="10281158"/>
            <a:ext cx="1233710" cy="362443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DropOut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6" name="文本框 1035">
                <a:extLst>
                  <a:ext uri="{FF2B5EF4-FFF2-40B4-BE49-F238E27FC236}">
                    <a16:creationId xmlns:a16="http://schemas.microsoft.com/office/drawing/2014/main" id="{97E23314-134F-4547-9B12-A0A4E927C8C2}"/>
                  </a:ext>
                </a:extLst>
              </p:cNvPr>
              <p:cNvSpPr txBox="1"/>
              <p:nvPr/>
            </p:nvSpPr>
            <p:spPr>
              <a:xfrm>
                <a:off x="1905841" y="10323671"/>
                <a:ext cx="2917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36" name="文本框 1035">
                <a:extLst>
                  <a:ext uri="{FF2B5EF4-FFF2-40B4-BE49-F238E27FC236}">
                    <a16:creationId xmlns:a16="http://schemas.microsoft.com/office/drawing/2014/main" id="{97E23314-134F-4547-9B12-A0A4E927C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841" y="10323671"/>
                <a:ext cx="291747" cy="276999"/>
              </a:xfrm>
              <a:prstGeom prst="rect">
                <a:avLst/>
              </a:prstGeom>
              <a:blipFill>
                <a:blip r:embed="rId28"/>
                <a:stretch>
                  <a:fillRect l="-25532" t="-2222" r="-25532" b="-2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7" name="直接箭头连接符 1036">
            <a:extLst>
              <a:ext uri="{FF2B5EF4-FFF2-40B4-BE49-F238E27FC236}">
                <a16:creationId xmlns:a16="http://schemas.microsoft.com/office/drawing/2014/main" id="{8C738C98-CDA4-40AA-876C-2F14984CC02E}"/>
              </a:ext>
            </a:extLst>
          </p:cNvPr>
          <p:cNvCxnSpPr>
            <a:cxnSpLocks/>
            <a:stCxn id="1033" idx="1"/>
            <a:endCxn id="1036" idx="3"/>
          </p:cNvCxnSpPr>
          <p:nvPr/>
        </p:nvCxnSpPr>
        <p:spPr>
          <a:xfrm flipH="1" flipV="1">
            <a:off x="2197588" y="10462171"/>
            <a:ext cx="181886" cy="209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直接箭头连接符 1037">
            <a:extLst>
              <a:ext uri="{FF2B5EF4-FFF2-40B4-BE49-F238E27FC236}">
                <a16:creationId xmlns:a16="http://schemas.microsoft.com/office/drawing/2014/main" id="{9D850789-EB8B-42FF-A940-77E828BCA568}"/>
              </a:ext>
            </a:extLst>
          </p:cNvPr>
          <p:cNvCxnSpPr>
            <a:cxnSpLocks/>
            <a:stCxn id="1036" idx="1"/>
            <a:endCxn id="1035" idx="3"/>
          </p:cNvCxnSpPr>
          <p:nvPr/>
        </p:nvCxnSpPr>
        <p:spPr>
          <a:xfrm flipH="1">
            <a:off x="1373782" y="10462171"/>
            <a:ext cx="532059" cy="209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连接符: 肘形 1038">
            <a:extLst>
              <a:ext uri="{FF2B5EF4-FFF2-40B4-BE49-F238E27FC236}">
                <a16:creationId xmlns:a16="http://schemas.microsoft.com/office/drawing/2014/main" id="{5C0F251C-56BC-4256-9408-43A69439EAA9}"/>
              </a:ext>
            </a:extLst>
          </p:cNvPr>
          <p:cNvCxnSpPr>
            <a:cxnSpLocks/>
            <a:stCxn id="1028" idx="1"/>
            <a:endCxn id="1035" idx="1"/>
          </p:cNvCxnSpPr>
          <p:nvPr/>
        </p:nvCxnSpPr>
        <p:spPr>
          <a:xfrm rot="10800000" flipH="1" flipV="1">
            <a:off x="-1372986" y="9936310"/>
            <a:ext cx="1513057" cy="526070"/>
          </a:xfrm>
          <a:prstGeom prst="bentConnector3">
            <a:avLst>
              <a:gd name="adj1" fmla="val -15108"/>
            </a:avLst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直接箭头连接符 1039">
            <a:extLst>
              <a:ext uri="{FF2B5EF4-FFF2-40B4-BE49-F238E27FC236}">
                <a16:creationId xmlns:a16="http://schemas.microsoft.com/office/drawing/2014/main" id="{4255902F-B809-41BF-B567-E8C7BCD43D7A}"/>
              </a:ext>
            </a:extLst>
          </p:cNvPr>
          <p:cNvCxnSpPr>
            <a:cxnSpLocks/>
            <a:stCxn id="1035" idx="2"/>
            <a:endCxn id="1163" idx="0"/>
          </p:cNvCxnSpPr>
          <p:nvPr/>
        </p:nvCxnSpPr>
        <p:spPr>
          <a:xfrm flipH="1">
            <a:off x="756752" y="10643601"/>
            <a:ext cx="175" cy="294929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矩形: 圆角 1040">
            <a:extLst>
              <a:ext uri="{FF2B5EF4-FFF2-40B4-BE49-F238E27FC236}">
                <a16:creationId xmlns:a16="http://schemas.microsoft.com/office/drawing/2014/main" id="{F35DDEFD-FD0A-4319-B44F-D6490D43942C}"/>
              </a:ext>
            </a:extLst>
          </p:cNvPr>
          <p:cNvSpPr/>
          <p:nvPr/>
        </p:nvSpPr>
        <p:spPr>
          <a:xfrm>
            <a:off x="4911218" y="-3070078"/>
            <a:ext cx="9470919" cy="566389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E5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VOT-RCF Module</a:t>
            </a:r>
          </a:p>
          <a:p>
            <a:pPr algn="ctr"/>
            <a:r>
              <a:rPr lang="en-US" altLang="zh-CN" sz="16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Volatility-guided Overlapped Temporal Recurrent-Convolutional Fusion Module</a:t>
            </a:r>
            <a:endParaRPr lang="zh-CN" altLang="en-US" sz="1600" b="1" i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2" name="矩形: 圆角 1041">
                <a:extLst>
                  <a:ext uri="{FF2B5EF4-FFF2-40B4-BE49-F238E27FC236}">
                    <a16:creationId xmlns:a16="http://schemas.microsoft.com/office/drawing/2014/main" id="{04D3346D-AF91-4692-A670-A68C88D41900}"/>
                  </a:ext>
                </a:extLst>
              </p:cNvPr>
              <p:cNvSpPr/>
              <p:nvPr/>
            </p:nvSpPr>
            <p:spPr>
              <a:xfrm>
                <a:off x="4910643" y="-464566"/>
                <a:ext cx="2582308" cy="1562375"/>
              </a:xfrm>
              <a:prstGeom prst="roundRect">
                <a:avLst>
                  <a:gd name="adj" fmla="val 7269"/>
                </a:avLst>
              </a:prstGeom>
              <a:solidFill>
                <a:schemeClr val="bg1"/>
              </a:solidFill>
              <a:ln w="25400">
                <a:solidFill>
                  <a:srgbClr val="668AB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i="0" dirty="0">
                    <a:solidFill>
                      <a:schemeClr val="accent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TVFE  Module</a:t>
                </a:r>
                <a:endParaRPr lang="en-US" altLang="zh-CN" b="1" i="0" dirty="0">
                  <a:solidFill>
                    <a:srgbClr val="1A1C1F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𝐆𝐮𝐢𝐝𝐞</m:t>
                          </m:r>
                        </m:sub>
                        <m:sup>
                          <m:r>
                            <a:rPr lang="en-US" altLang="zh-CN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𝐁</m:t>
                          </m:r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𝐍</m:t>
                          </m:r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𝐓</m:t>
                          </m:r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𝐃</m:t>
                          </m:r>
                        </m:e>
                      </m:d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𝐁</m:t>
                          </m:r>
                          <m:r>
                            <a:rPr lang="en-US" altLang="zh-CN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US" altLang="zh-CN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𝐍</m:t>
                          </m:r>
                          <m:r>
                            <a:rPr lang="en-US" altLang="zh-CN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𝐓</m:t>
                          </m:r>
                          <m:r>
                            <a:rPr lang="en-US" altLang="zh-CN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altLang="zh-CN" b="1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altLang="zh-CN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𝐁</m:t>
                          </m:r>
                          <m:r>
                            <a:rPr lang="en-US" altLang="zh-CN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en-US" altLang="zh-CN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𝐍</m:t>
                          </m:r>
                          <m:r>
                            <a:rPr lang="en-US" altLang="zh-CN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𝐓</m:t>
                          </m:r>
                          <m:r>
                            <a:rPr lang="en-US" altLang="zh-CN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altLang="zh-CN" b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2" name="矩形: 圆角 1041">
                <a:extLst>
                  <a:ext uri="{FF2B5EF4-FFF2-40B4-BE49-F238E27FC236}">
                    <a16:creationId xmlns:a16="http://schemas.microsoft.com/office/drawing/2014/main" id="{04D3346D-AF91-4692-A670-A68C88D419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643" y="-464566"/>
                <a:ext cx="2582308" cy="1562375"/>
              </a:xfrm>
              <a:prstGeom prst="roundRect">
                <a:avLst>
                  <a:gd name="adj" fmla="val 7269"/>
                </a:avLst>
              </a:prstGeom>
              <a:blipFill>
                <a:blip r:embed="rId29"/>
                <a:stretch>
                  <a:fillRect/>
                </a:stretch>
              </a:blipFill>
              <a:ln w="25400">
                <a:solidFill>
                  <a:srgbClr val="668AB3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3" name="连接符: 肘形 1042">
            <a:extLst>
              <a:ext uri="{FF2B5EF4-FFF2-40B4-BE49-F238E27FC236}">
                <a16:creationId xmlns:a16="http://schemas.microsoft.com/office/drawing/2014/main" id="{88B6DBA0-24FB-469F-8BB4-6F1135731CEC}"/>
              </a:ext>
            </a:extLst>
          </p:cNvPr>
          <p:cNvCxnSpPr>
            <a:cxnSpLocks/>
            <a:stCxn id="1042" idx="1"/>
            <a:endCxn id="967" idx="0"/>
          </p:cNvCxnSpPr>
          <p:nvPr/>
        </p:nvCxnSpPr>
        <p:spPr>
          <a:xfrm rot="10800000">
            <a:off x="1264827" y="-3079618"/>
            <a:ext cx="3645817" cy="3396240"/>
          </a:xfrm>
          <a:prstGeom prst="bentConnector4">
            <a:avLst>
              <a:gd name="adj1" fmla="val 4794"/>
              <a:gd name="adj2" fmla="val 106731"/>
            </a:avLst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矩形: 圆角 1043">
            <a:extLst>
              <a:ext uri="{FF2B5EF4-FFF2-40B4-BE49-F238E27FC236}">
                <a16:creationId xmlns:a16="http://schemas.microsoft.com/office/drawing/2014/main" id="{6FDB6132-7F61-479B-858D-9D7D2C50AA7B}"/>
              </a:ext>
            </a:extLst>
          </p:cNvPr>
          <p:cNvSpPr/>
          <p:nvPr/>
        </p:nvSpPr>
        <p:spPr>
          <a:xfrm>
            <a:off x="7752783" y="-2356344"/>
            <a:ext cx="6629354" cy="566389"/>
          </a:xfrm>
          <a:prstGeom prst="roundRect">
            <a:avLst>
              <a:gd name="adj" fmla="val 7269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Stage2-1: Overlapped Segmentation with Branch Embedding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5" name="矩形: 圆角 1044">
            <a:extLst>
              <a:ext uri="{FF2B5EF4-FFF2-40B4-BE49-F238E27FC236}">
                <a16:creationId xmlns:a16="http://schemas.microsoft.com/office/drawing/2014/main" id="{B07FBA83-DDE7-46A8-9B9D-77D294F0BBD9}"/>
              </a:ext>
            </a:extLst>
          </p:cNvPr>
          <p:cNvSpPr/>
          <p:nvPr/>
        </p:nvSpPr>
        <p:spPr>
          <a:xfrm>
            <a:off x="7752782" y="-1682442"/>
            <a:ext cx="6629353" cy="2831745"/>
          </a:xfrm>
          <a:prstGeom prst="roundRect">
            <a:avLst>
              <a:gd name="adj" fmla="val 4671"/>
            </a:avLst>
          </a:prstGeom>
          <a:solidFill>
            <a:srgbClr val="F7F7F7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46" name="连接符: 肘形 1045">
            <a:extLst>
              <a:ext uri="{FF2B5EF4-FFF2-40B4-BE49-F238E27FC236}">
                <a16:creationId xmlns:a16="http://schemas.microsoft.com/office/drawing/2014/main" id="{A663E636-C351-49B9-9A6F-3DA9033A17CD}"/>
              </a:ext>
            </a:extLst>
          </p:cNvPr>
          <p:cNvCxnSpPr>
            <a:cxnSpLocks/>
            <a:stCxn id="1042" idx="3"/>
            <a:endCxn id="1045" idx="1"/>
          </p:cNvCxnSpPr>
          <p:nvPr/>
        </p:nvCxnSpPr>
        <p:spPr>
          <a:xfrm flipV="1">
            <a:off x="7492951" y="-266569"/>
            <a:ext cx="259831" cy="58319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7" name="文本框 1046">
                <a:extLst>
                  <a:ext uri="{FF2B5EF4-FFF2-40B4-BE49-F238E27FC236}">
                    <a16:creationId xmlns:a16="http://schemas.microsoft.com/office/drawing/2014/main" id="{72F4D160-D617-464E-B868-45E09D28CC16}"/>
                  </a:ext>
                </a:extLst>
              </p:cNvPr>
              <p:cNvSpPr txBox="1"/>
              <p:nvPr/>
            </p:nvSpPr>
            <p:spPr>
              <a:xfrm>
                <a:off x="8145583" y="-1524690"/>
                <a:ext cx="891540" cy="398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𝐆𝐮𝐢𝐝𝐞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7" name="文本框 1046">
                <a:extLst>
                  <a:ext uri="{FF2B5EF4-FFF2-40B4-BE49-F238E27FC236}">
                    <a16:creationId xmlns:a16="http://schemas.microsoft.com/office/drawing/2014/main" id="{72F4D160-D617-464E-B868-45E09D28C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583" y="-1524690"/>
                <a:ext cx="891540" cy="398314"/>
              </a:xfrm>
              <a:prstGeom prst="rect">
                <a:avLst/>
              </a:prstGeom>
              <a:blipFill>
                <a:blip r:embed="rId30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8" name="文本框 1047">
                <a:extLst>
                  <a:ext uri="{FF2B5EF4-FFF2-40B4-BE49-F238E27FC236}">
                    <a16:creationId xmlns:a16="http://schemas.microsoft.com/office/drawing/2014/main" id="{1049EAE0-8FB6-42BA-96FD-0FD7CA9DA7F8}"/>
                  </a:ext>
                </a:extLst>
              </p:cNvPr>
              <p:cNvSpPr txBox="1"/>
              <p:nvPr/>
            </p:nvSpPr>
            <p:spPr>
              <a:xfrm>
                <a:off x="7959783" y="-1177664"/>
                <a:ext cx="114666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8" name="文本框 1047">
                <a:extLst>
                  <a:ext uri="{FF2B5EF4-FFF2-40B4-BE49-F238E27FC236}">
                    <a16:creationId xmlns:a16="http://schemas.microsoft.com/office/drawing/2014/main" id="{1049EAE0-8FB6-42BA-96FD-0FD7CA9DA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783" y="-1177664"/>
                <a:ext cx="1146660" cy="307777"/>
              </a:xfrm>
              <a:prstGeom prst="rect">
                <a:avLst/>
              </a:prstGeom>
              <a:blipFill>
                <a:blip r:embed="rId3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9" name="矩形: 圆角 1048">
            <a:extLst>
              <a:ext uri="{FF2B5EF4-FFF2-40B4-BE49-F238E27FC236}">
                <a16:creationId xmlns:a16="http://schemas.microsoft.com/office/drawing/2014/main" id="{5574DCFE-4A5D-4BAF-B077-99318E1C51EA}"/>
              </a:ext>
            </a:extLst>
          </p:cNvPr>
          <p:cNvSpPr/>
          <p:nvPr/>
        </p:nvSpPr>
        <p:spPr>
          <a:xfrm>
            <a:off x="9349265" y="-1504929"/>
            <a:ext cx="2710508" cy="362443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Overlapped Time Split</a:t>
            </a:r>
          </a:p>
        </p:txBody>
      </p:sp>
      <p:cxnSp>
        <p:nvCxnSpPr>
          <p:cNvPr id="1050" name="直接箭头连接符 1049">
            <a:extLst>
              <a:ext uri="{FF2B5EF4-FFF2-40B4-BE49-F238E27FC236}">
                <a16:creationId xmlns:a16="http://schemas.microsoft.com/office/drawing/2014/main" id="{C51DEAF5-89EB-490C-AB9D-AE6379088F30}"/>
              </a:ext>
            </a:extLst>
          </p:cNvPr>
          <p:cNvCxnSpPr>
            <a:cxnSpLocks/>
            <a:stCxn id="1047" idx="3"/>
            <a:endCxn id="1049" idx="1"/>
          </p:cNvCxnSpPr>
          <p:nvPr/>
        </p:nvCxnSpPr>
        <p:spPr>
          <a:xfrm>
            <a:off x="9037123" y="-1325533"/>
            <a:ext cx="312142" cy="1826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" name="矩形: 圆角 1050">
            <a:extLst>
              <a:ext uri="{FF2B5EF4-FFF2-40B4-BE49-F238E27FC236}">
                <a16:creationId xmlns:a16="http://schemas.microsoft.com/office/drawing/2014/main" id="{C418C23F-4004-422A-BAC9-B57258BF5E50}"/>
              </a:ext>
            </a:extLst>
          </p:cNvPr>
          <p:cNvSpPr/>
          <p:nvPr/>
        </p:nvSpPr>
        <p:spPr>
          <a:xfrm>
            <a:off x="7903268" y="-815978"/>
            <a:ext cx="6323975" cy="1819637"/>
          </a:xfrm>
          <a:prstGeom prst="roundRect">
            <a:avLst>
              <a:gd name="adj" fmla="val 4671"/>
            </a:avLst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52" name="文本框 1051">
            <a:extLst>
              <a:ext uri="{FF2B5EF4-FFF2-40B4-BE49-F238E27FC236}">
                <a16:creationId xmlns:a16="http://schemas.microsoft.com/office/drawing/2014/main" id="{863A5809-0DAD-4001-A9B1-0F3A6404C10A}"/>
              </a:ext>
            </a:extLst>
          </p:cNvPr>
          <p:cNvSpPr txBox="1"/>
          <p:nvPr/>
        </p:nvSpPr>
        <p:spPr>
          <a:xfrm>
            <a:off x="10322423" y="-1153737"/>
            <a:ext cx="1744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Example(T=12)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3" name="箭头: 下 1052">
            <a:extLst>
              <a:ext uri="{FF2B5EF4-FFF2-40B4-BE49-F238E27FC236}">
                <a16:creationId xmlns:a16="http://schemas.microsoft.com/office/drawing/2014/main" id="{111DD17F-246F-47AE-93AA-16DC9DE21F4F}"/>
              </a:ext>
            </a:extLst>
          </p:cNvPr>
          <p:cNvSpPr/>
          <p:nvPr/>
        </p:nvSpPr>
        <p:spPr>
          <a:xfrm>
            <a:off x="10100114" y="-1110982"/>
            <a:ext cx="243840" cy="299484"/>
          </a:xfrm>
          <a:prstGeom prst="downArrow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4" name="表格 531">
                <a:extLst>
                  <a:ext uri="{FF2B5EF4-FFF2-40B4-BE49-F238E27FC236}">
                    <a16:creationId xmlns:a16="http://schemas.microsoft.com/office/drawing/2014/main" id="{3D2D4FB3-C57A-4B26-96CF-3616D5251B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5892762"/>
                  </p:ext>
                </p:extLst>
              </p:nvPr>
            </p:nvGraphicFramePr>
            <p:xfrm>
              <a:off x="8311652" y="-419422"/>
              <a:ext cx="5374500" cy="30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7875">
                      <a:extLst>
                        <a:ext uri="{9D8B030D-6E8A-4147-A177-3AD203B41FA5}">
                          <a16:colId xmlns:a16="http://schemas.microsoft.com/office/drawing/2014/main" val="3845179002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3966831316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2219512428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1115702013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2255994482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740870365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1452458405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3973698593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64727218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2780126272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87906403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1439217999"/>
                        </a:ext>
                      </a:extLst>
                    </a:gridCol>
                  </a:tblGrid>
                  <a:tr h="2487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6084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54" name="表格 531">
                <a:extLst>
                  <a:ext uri="{FF2B5EF4-FFF2-40B4-BE49-F238E27FC236}">
                    <a16:creationId xmlns:a16="http://schemas.microsoft.com/office/drawing/2014/main" id="{3D2D4FB3-C57A-4B26-96CF-3616D5251B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5892762"/>
                  </p:ext>
                </p:extLst>
              </p:nvPr>
            </p:nvGraphicFramePr>
            <p:xfrm>
              <a:off x="8311652" y="-419422"/>
              <a:ext cx="5374500" cy="30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7875">
                      <a:extLst>
                        <a:ext uri="{9D8B030D-6E8A-4147-A177-3AD203B41FA5}">
                          <a16:colId xmlns:a16="http://schemas.microsoft.com/office/drawing/2014/main" val="3845179002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3966831316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2219512428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1115702013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2255994482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740870365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1452458405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3973698593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64727218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2780126272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87906403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1439217999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351" t="-1961" r="-1095946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2740" t="-1961" r="-1010959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200000" t="-1961" r="-897297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304110" t="-1961" r="-809589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398649" t="-1961" r="-698649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498649" t="-1961" r="-598649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606849" t="-1961" r="-506849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697297" t="-1961" r="-400000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808219" t="-1961" r="-305479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895946" t="-1961" r="-201351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9589" t="-1961" r="-104110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94595" t="-1961" r="-2703" b="-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60846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5" name="表格 1054">
                <a:extLst>
                  <a:ext uri="{FF2B5EF4-FFF2-40B4-BE49-F238E27FC236}">
                    <a16:creationId xmlns:a16="http://schemas.microsoft.com/office/drawing/2014/main" id="{0893EBEB-8DA0-43DC-8B91-3AB5E003CC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0794849"/>
                  </p:ext>
                </p:extLst>
              </p:nvPr>
            </p:nvGraphicFramePr>
            <p:xfrm>
              <a:off x="8311652" y="577290"/>
              <a:ext cx="5374500" cy="30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7875">
                      <a:extLst>
                        <a:ext uri="{9D8B030D-6E8A-4147-A177-3AD203B41FA5}">
                          <a16:colId xmlns:a16="http://schemas.microsoft.com/office/drawing/2014/main" val="3845179002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3966831316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2219512428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1115702013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2255994482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740870365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1452458405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3973698593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64727218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2780126272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87906403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1439217999"/>
                        </a:ext>
                      </a:extLst>
                    </a:gridCol>
                  </a:tblGrid>
                  <a:tr h="24873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6084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55" name="表格 1054">
                <a:extLst>
                  <a:ext uri="{FF2B5EF4-FFF2-40B4-BE49-F238E27FC236}">
                    <a16:creationId xmlns:a16="http://schemas.microsoft.com/office/drawing/2014/main" id="{0893EBEB-8DA0-43DC-8B91-3AB5E003CC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0794849"/>
                  </p:ext>
                </p:extLst>
              </p:nvPr>
            </p:nvGraphicFramePr>
            <p:xfrm>
              <a:off x="8311652" y="577290"/>
              <a:ext cx="5374500" cy="30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7875">
                      <a:extLst>
                        <a:ext uri="{9D8B030D-6E8A-4147-A177-3AD203B41FA5}">
                          <a16:colId xmlns:a16="http://schemas.microsoft.com/office/drawing/2014/main" val="3845179002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3966831316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2219512428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1115702013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2255994482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740870365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1452458405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3973698593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64727218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2780126272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87906403"/>
                        </a:ext>
                      </a:extLst>
                    </a:gridCol>
                    <a:gridCol w="447875">
                      <a:extLst>
                        <a:ext uri="{9D8B030D-6E8A-4147-A177-3AD203B41FA5}">
                          <a16:colId xmlns:a16="http://schemas.microsoft.com/office/drawing/2014/main" val="1439217999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351" t="-1961" r="-1095946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2740" t="-1961" r="-1010959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200000" t="-1961" r="-897297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304110" t="-1961" r="-809589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398649" t="-1961" r="-698649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498649" t="-1961" r="-598649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606849" t="-1961" r="-506849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697297" t="-1961" r="-400000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808219" t="-1961" r="-305479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895946" t="-1961" r="-201351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9589" t="-1961" r="-104110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94595" t="-1961" r="-2703" b="-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60846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6" name="文本框 1055">
                <a:extLst>
                  <a:ext uri="{FF2B5EF4-FFF2-40B4-BE49-F238E27FC236}">
                    <a16:creationId xmlns:a16="http://schemas.microsoft.com/office/drawing/2014/main" id="{A0A2A364-E8F0-4AEB-8B6F-8F16E1086019}"/>
                  </a:ext>
                </a:extLst>
              </p:cNvPr>
              <p:cNvSpPr txBox="1"/>
              <p:nvPr/>
            </p:nvSpPr>
            <p:spPr>
              <a:xfrm>
                <a:off x="7916889" y="-753247"/>
                <a:ext cx="405800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𝐅𝐢𝐫𝐬𝐭</m:t>
                      </m:r>
                      <m:r>
                        <a:rPr lang="en-US" altLang="zh-CN" sz="1400" b="1" i="0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400" b="1" i="0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𝐒𝐞𝐠𝐦𝐞𝐧𝐭</m:t>
                      </m:r>
                      <m:r>
                        <a:rPr lang="en-US" altLang="zh-CN" sz="1400" b="1" i="1" dirty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𝟖</m:t>
                          </m:r>
                        </m:sub>
                      </m:sSub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1400" b="1" i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𝐅𝐢𝐫𝐬𝐭</m:t>
                          </m:r>
                        </m:sub>
                      </m:sSub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altLang="zh-CN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𝟖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056" name="文本框 1055">
                <a:extLst>
                  <a:ext uri="{FF2B5EF4-FFF2-40B4-BE49-F238E27FC236}">
                    <a16:creationId xmlns:a16="http://schemas.microsoft.com/office/drawing/2014/main" id="{A0A2A364-E8F0-4AEB-8B6F-8F16E1086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889" y="-753247"/>
                <a:ext cx="4058004" cy="307777"/>
              </a:xfrm>
              <a:prstGeom prst="rect">
                <a:avLst/>
              </a:prstGeom>
              <a:blipFill>
                <a:blip r:embed="rId3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7" name="文本框 1056">
                <a:extLst>
                  <a:ext uri="{FF2B5EF4-FFF2-40B4-BE49-F238E27FC236}">
                    <a16:creationId xmlns:a16="http://schemas.microsoft.com/office/drawing/2014/main" id="{299338CE-A68B-467C-9B88-7919886E8B71}"/>
                  </a:ext>
                </a:extLst>
              </p:cNvPr>
              <p:cNvSpPr txBox="1"/>
              <p:nvPr/>
            </p:nvSpPr>
            <p:spPr>
              <a:xfrm>
                <a:off x="7889966" y="225951"/>
                <a:ext cx="447236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𝐒𝐞𝐜𝐨𝐧𝐝</m:t>
                      </m:r>
                      <m:r>
                        <a:rPr lang="en-US" altLang="zh-CN" sz="1400" b="1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400" b="1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𝐒𝐞𝐠𝐦𝐞𝐧𝐭</m:t>
                      </m:r>
                      <m:r>
                        <a:rPr lang="en-US" altLang="zh-CN" sz="14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𝟏𝟐</m:t>
                          </m:r>
                        </m:sub>
                      </m:sSub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1400" b="1" i="0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𝐒𝐞𝐜𝐨𝐧𝐝</m:t>
                          </m:r>
                        </m:sub>
                      </m:sSub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altLang="zh-CN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𝟖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057" name="文本框 1056">
                <a:extLst>
                  <a:ext uri="{FF2B5EF4-FFF2-40B4-BE49-F238E27FC236}">
                    <a16:creationId xmlns:a16="http://schemas.microsoft.com/office/drawing/2014/main" id="{299338CE-A68B-467C-9B88-7919886E8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966" y="225951"/>
                <a:ext cx="4472362" cy="307777"/>
              </a:xfrm>
              <a:prstGeom prst="rect">
                <a:avLst/>
              </a:prstGeom>
              <a:blipFill>
                <a:blip r:embed="rId3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8" name="矩形 1057">
            <a:extLst>
              <a:ext uri="{FF2B5EF4-FFF2-40B4-BE49-F238E27FC236}">
                <a16:creationId xmlns:a16="http://schemas.microsoft.com/office/drawing/2014/main" id="{2DBEC3E7-9116-45F0-B880-06DBA63DC109}"/>
              </a:ext>
            </a:extLst>
          </p:cNvPr>
          <p:cNvSpPr/>
          <p:nvPr/>
        </p:nvSpPr>
        <p:spPr>
          <a:xfrm>
            <a:off x="10100114" y="-77314"/>
            <a:ext cx="1790896" cy="359959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Overlapping Area</a:t>
            </a:r>
            <a:endParaRPr lang="zh-CN" altLang="en-US" sz="16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9" name="文本框 1058">
                <a:extLst>
                  <a:ext uri="{FF2B5EF4-FFF2-40B4-BE49-F238E27FC236}">
                    <a16:creationId xmlns:a16="http://schemas.microsoft.com/office/drawing/2014/main" id="{F730B987-D862-417D-BCA7-FD0DB37DBC5B}"/>
                  </a:ext>
                </a:extLst>
              </p:cNvPr>
              <p:cNvSpPr txBox="1"/>
              <p:nvPr/>
            </p:nvSpPr>
            <p:spPr>
              <a:xfrm>
                <a:off x="12419040" y="-777637"/>
                <a:ext cx="1058903" cy="3551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𝐈𝐃</m:t>
                          </m:r>
                        </m:e>
                        <m:sub>
                          <m:r>
                            <a:rPr lang="en-US" altLang="zh-CN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𝐄𝐦𝐛𝐞𝐝𝐝𝐢𝐧𝐠</m:t>
                          </m:r>
                        </m:sub>
                        <m:sup>
                          <m:r>
                            <a:rPr lang="en-US" altLang="zh-CN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𝐅𝐢𝐫𝐬𝐭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059" name="文本框 1058">
                <a:extLst>
                  <a:ext uri="{FF2B5EF4-FFF2-40B4-BE49-F238E27FC236}">
                    <a16:creationId xmlns:a16="http://schemas.microsoft.com/office/drawing/2014/main" id="{F730B987-D862-417D-BCA7-FD0DB37DB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9040" y="-777637"/>
                <a:ext cx="1058903" cy="355162"/>
              </a:xfrm>
              <a:prstGeom prst="rect">
                <a:avLst/>
              </a:prstGeom>
              <a:blipFill>
                <a:blip r:embed="rId36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0" name="文本框 1059">
                <a:extLst>
                  <a:ext uri="{FF2B5EF4-FFF2-40B4-BE49-F238E27FC236}">
                    <a16:creationId xmlns:a16="http://schemas.microsoft.com/office/drawing/2014/main" id="{91BCC947-1911-4ED7-BF27-9369C0C41343}"/>
                  </a:ext>
                </a:extLst>
              </p:cNvPr>
              <p:cNvSpPr txBox="1"/>
              <p:nvPr/>
            </p:nvSpPr>
            <p:spPr>
              <a:xfrm>
                <a:off x="12607000" y="197490"/>
                <a:ext cx="1058903" cy="367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𝐈𝐃</m:t>
                          </m:r>
                        </m:e>
                        <m:sub>
                          <m:r>
                            <a:rPr lang="en-US" altLang="zh-CN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𝐄𝐦𝐛𝐞𝐝𝐝𝐢𝐧𝐠</m:t>
                          </m:r>
                        </m:sub>
                        <m:sup>
                          <m:r>
                            <a:rPr lang="en-US" altLang="zh-CN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𝐒𝐞𝐜𝐨𝐧𝐝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060" name="文本框 1059">
                <a:extLst>
                  <a:ext uri="{FF2B5EF4-FFF2-40B4-BE49-F238E27FC236}">
                    <a16:creationId xmlns:a16="http://schemas.microsoft.com/office/drawing/2014/main" id="{91BCC947-1911-4ED7-BF27-9369C0C41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7000" y="197490"/>
                <a:ext cx="1058903" cy="36715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1" name="文本框 1060">
                <a:extLst>
                  <a:ext uri="{FF2B5EF4-FFF2-40B4-BE49-F238E27FC236}">
                    <a16:creationId xmlns:a16="http://schemas.microsoft.com/office/drawing/2014/main" id="{B5F047C5-32A4-48D7-8459-785C4D5CAFAE}"/>
                  </a:ext>
                </a:extLst>
              </p:cNvPr>
              <p:cNvSpPr txBox="1"/>
              <p:nvPr/>
            </p:nvSpPr>
            <p:spPr>
              <a:xfrm>
                <a:off x="13882277" y="-405804"/>
                <a:ext cx="2917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61" name="文本框 1060">
                <a:extLst>
                  <a:ext uri="{FF2B5EF4-FFF2-40B4-BE49-F238E27FC236}">
                    <a16:creationId xmlns:a16="http://schemas.microsoft.com/office/drawing/2014/main" id="{B5F047C5-32A4-48D7-8459-785C4D5CA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2277" y="-405804"/>
                <a:ext cx="291747" cy="276999"/>
              </a:xfrm>
              <a:prstGeom prst="rect">
                <a:avLst/>
              </a:prstGeom>
              <a:blipFill>
                <a:blip r:embed="rId38"/>
                <a:stretch>
                  <a:fillRect l="-22917" r="-25000" b="-2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2" name="直接箭头连接符 1061">
            <a:extLst>
              <a:ext uri="{FF2B5EF4-FFF2-40B4-BE49-F238E27FC236}">
                <a16:creationId xmlns:a16="http://schemas.microsoft.com/office/drawing/2014/main" id="{BA1F83C6-6360-474C-B0CD-6C9463B1AEA9}"/>
              </a:ext>
            </a:extLst>
          </p:cNvPr>
          <p:cNvCxnSpPr>
            <a:cxnSpLocks/>
            <a:stCxn id="1054" idx="3"/>
            <a:endCxn id="1061" idx="1"/>
          </p:cNvCxnSpPr>
          <p:nvPr/>
        </p:nvCxnSpPr>
        <p:spPr>
          <a:xfrm flipV="1">
            <a:off x="13686152" y="-267304"/>
            <a:ext cx="196125" cy="282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连接符: 肘形 1062">
            <a:extLst>
              <a:ext uri="{FF2B5EF4-FFF2-40B4-BE49-F238E27FC236}">
                <a16:creationId xmlns:a16="http://schemas.microsoft.com/office/drawing/2014/main" id="{434091A7-B410-4119-A611-DBAC83331DA5}"/>
              </a:ext>
            </a:extLst>
          </p:cNvPr>
          <p:cNvCxnSpPr>
            <a:cxnSpLocks/>
            <a:stCxn id="1061" idx="0"/>
            <a:endCxn id="1059" idx="3"/>
          </p:cNvCxnSpPr>
          <p:nvPr/>
        </p:nvCxnSpPr>
        <p:spPr>
          <a:xfrm rot="16200000" flipV="1">
            <a:off x="13655921" y="-778034"/>
            <a:ext cx="194252" cy="550208"/>
          </a:xfrm>
          <a:prstGeom prst="bent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4" name="文本框 1063">
                <a:extLst>
                  <a:ext uri="{FF2B5EF4-FFF2-40B4-BE49-F238E27FC236}">
                    <a16:creationId xmlns:a16="http://schemas.microsoft.com/office/drawing/2014/main" id="{4EA997E1-6B57-4B99-9E71-3ED14F2A7AA0}"/>
                  </a:ext>
                </a:extLst>
              </p:cNvPr>
              <p:cNvSpPr txBox="1"/>
              <p:nvPr/>
            </p:nvSpPr>
            <p:spPr>
              <a:xfrm>
                <a:off x="13896564" y="592289"/>
                <a:ext cx="2917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64" name="文本框 1063">
                <a:extLst>
                  <a:ext uri="{FF2B5EF4-FFF2-40B4-BE49-F238E27FC236}">
                    <a16:creationId xmlns:a16="http://schemas.microsoft.com/office/drawing/2014/main" id="{4EA997E1-6B57-4B99-9E71-3ED14F2A7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6564" y="592289"/>
                <a:ext cx="291747" cy="276999"/>
              </a:xfrm>
              <a:prstGeom prst="rect">
                <a:avLst/>
              </a:prstGeom>
              <a:blipFill>
                <a:blip r:embed="rId39"/>
                <a:stretch>
                  <a:fillRect l="-25532" r="-25532" b="-2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5" name="直接箭头连接符 1064">
            <a:extLst>
              <a:ext uri="{FF2B5EF4-FFF2-40B4-BE49-F238E27FC236}">
                <a16:creationId xmlns:a16="http://schemas.microsoft.com/office/drawing/2014/main" id="{679A11C0-2A6C-4C88-B0A7-B0C5839FE0CD}"/>
              </a:ext>
            </a:extLst>
          </p:cNvPr>
          <p:cNvCxnSpPr>
            <a:cxnSpLocks/>
            <a:stCxn id="1055" idx="3"/>
            <a:endCxn id="1064" idx="1"/>
          </p:cNvCxnSpPr>
          <p:nvPr/>
        </p:nvCxnSpPr>
        <p:spPr>
          <a:xfrm>
            <a:off x="13686152" y="729690"/>
            <a:ext cx="210412" cy="1099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连接符: 肘形 1065">
            <a:extLst>
              <a:ext uri="{FF2B5EF4-FFF2-40B4-BE49-F238E27FC236}">
                <a16:creationId xmlns:a16="http://schemas.microsoft.com/office/drawing/2014/main" id="{F01B3E88-2D56-4708-B9BD-B610D4565276}"/>
              </a:ext>
            </a:extLst>
          </p:cNvPr>
          <p:cNvCxnSpPr>
            <a:cxnSpLocks/>
            <a:stCxn id="1064" idx="0"/>
            <a:endCxn id="1060" idx="3"/>
          </p:cNvCxnSpPr>
          <p:nvPr/>
        </p:nvCxnSpPr>
        <p:spPr>
          <a:xfrm rot="16200000" flipV="1">
            <a:off x="13748560" y="298410"/>
            <a:ext cx="211223" cy="376535"/>
          </a:xfrm>
          <a:prstGeom prst="bent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7" name="矩形: 圆角 1066">
            <a:extLst>
              <a:ext uri="{FF2B5EF4-FFF2-40B4-BE49-F238E27FC236}">
                <a16:creationId xmlns:a16="http://schemas.microsoft.com/office/drawing/2014/main" id="{19D85BDC-C036-45EB-A26B-9D917553822C}"/>
              </a:ext>
            </a:extLst>
          </p:cNvPr>
          <p:cNvSpPr/>
          <p:nvPr/>
        </p:nvSpPr>
        <p:spPr>
          <a:xfrm>
            <a:off x="4929098" y="1468705"/>
            <a:ext cx="9453035" cy="566389"/>
          </a:xfrm>
          <a:prstGeom prst="roundRect">
            <a:avLst>
              <a:gd name="adj" fmla="val 4671"/>
            </a:avLst>
          </a:prstGeom>
          <a:gradFill>
            <a:gsLst>
              <a:gs pos="0">
                <a:srgbClr val="BBDAA6"/>
              </a:gs>
              <a:gs pos="48000">
                <a:schemeClr val="bg1"/>
              </a:gs>
              <a:gs pos="100000">
                <a:srgbClr val="F4B183"/>
              </a:gs>
            </a:gsLst>
            <a:lin ang="0" scaled="0"/>
          </a:gradFill>
          <a:ln w="25400">
            <a:gradFill>
              <a:gsLst>
                <a:gs pos="50000">
                  <a:schemeClr val="accent5">
                    <a:lumMod val="60000"/>
                    <a:lumOff val="40000"/>
                  </a:schemeClr>
                </a:gs>
                <a:gs pos="0">
                  <a:srgbClr val="68A042"/>
                </a:gs>
                <a:gs pos="100000">
                  <a:srgbClr val="ED7D31"/>
                </a:gs>
              </a:gsLst>
              <a:lin ang="0" scaled="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649B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Stage2-2: Trend-Event Dual-branch Modeling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altLang="zh-CN" b="1" dirty="0">
                <a:solidFill>
                  <a:srgbClr val="649B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ED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Volatility-driven Branch Recalibration</a:t>
            </a:r>
            <a:endParaRPr lang="zh-CN" altLang="en-US" b="1" dirty="0">
              <a:solidFill>
                <a:srgbClr val="ED7D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8" name="矩形: 圆角 1067">
            <a:extLst>
              <a:ext uri="{FF2B5EF4-FFF2-40B4-BE49-F238E27FC236}">
                <a16:creationId xmlns:a16="http://schemas.microsoft.com/office/drawing/2014/main" id="{4A40FDAE-CCDC-4677-824B-BF472924BEC8}"/>
              </a:ext>
            </a:extLst>
          </p:cNvPr>
          <p:cNvSpPr/>
          <p:nvPr/>
        </p:nvSpPr>
        <p:spPr>
          <a:xfrm>
            <a:off x="4918863" y="2181295"/>
            <a:ext cx="6648801" cy="3157395"/>
          </a:xfrm>
          <a:prstGeom prst="roundRect">
            <a:avLst>
              <a:gd name="adj" fmla="val 4671"/>
            </a:avLst>
          </a:prstGeom>
          <a:noFill/>
          <a:ln w="2540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9" name="矩形: 圆角 1068">
            <a:extLst>
              <a:ext uri="{FF2B5EF4-FFF2-40B4-BE49-F238E27FC236}">
                <a16:creationId xmlns:a16="http://schemas.microsoft.com/office/drawing/2014/main" id="{6ABCA684-909A-46CA-A7FB-88E88E6E665F}"/>
              </a:ext>
            </a:extLst>
          </p:cNvPr>
          <p:cNvSpPr/>
          <p:nvPr/>
        </p:nvSpPr>
        <p:spPr>
          <a:xfrm>
            <a:off x="5070528" y="3528538"/>
            <a:ext cx="980917" cy="372289"/>
          </a:xfrm>
          <a:prstGeom prst="roundRect">
            <a:avLst>
              <a:gd name="adj" fmla="val 4671"/>
            </a:avLst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0" name="矩形: 圆角 1069">
            <a:extLst>
              <a:ext uri="{FF2B5EF4-FFF2-40B4-BE49-F238E27FC236}">
                <a16:creationId xmlns:a16="http://schemas.microsoft.com/office/drawing/2014/main" id="{905C7AD1-C99A-4554-BD16-195F70749F04}"/>
              </a:ext>
            </a:extLst>
          </p:cNvPr>
          <p:cNvSpPr/>
          <p:nvPr/>
        </p:nvSpPr>
        <p:spPr>
          <a:xfrm>
            <a:off x="6570927" y="2288657"/>
            <a:ext cx="4795025" cy="1426632"/>
          </a:xfrm>
          <a:prstGeom prst="roundRect">
            <a:avLst>
              <a:gd name="adj" fmla="val 4671"/>
            </a:avLst>
          </a:prstGeom>
          <a:solidFill>
            <a:srgbClr val="F8FCF6"/>
          </a:solidFill>
          <a:ln w="254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1" name="矩形: 圆角 1070">
            <a:extLst>
              <a:ext uri="{FF2B5EF4-FFF2-40B4-BE49-F238E27FC236}">
                <a16:creationId xmlns:a16="http://schemas.microsoft.com/office/drawing/2014/main" id="{D129C1B9-98D4-40D6-B9BF-556BCECC5570}"/>
              </a:ext>
            </a:extLst>
          </p:cNvPr>
          <p:cNvSpPr/>
          <p:nvPr/>
        </p:nvSpPr>
        <p:spPr>
          <a:xfrm>
            <a:off x="6567210" y="3817356"/>
            <a:ext cx="4795025" cy="1461763"/>
          </a:xfrm>
          <a:prstGeom prst="roundRect">
            <a:avLst>
              <a:gd name="adj" fmla="val 4671"/>
            </a:avLst>
          </a:prstGeom>
          <a:solidFill>
            <a:srgbClr val="F8FCF6"/>
          </a:solidFill>
          <a:ln w="254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72" name="连接符: 曲线 1071">
            <a:extLst>
              <a:ext uri="{FF2B5EF4-FFF2-40B4-BE49-F238E27FC236}">
                <a16:creationId xmlns:a16="http://schemas.microsoft.com/office/drawing/2014/main" id="{0D0C8E39-C8E6-4181-BBAB-4FA9FA245DC3}"/>
              </a:ext>
            </a:extLst>
          </p:cNvPr>
          <p:cNvCxnSpPr>
            <a:cxnSpLocks/>
            <a:stCxn id="1069" idx="0"/>
            <a:endCxn id="1070" idx="1"/>
          </p:cNvCxnSpPr>
          <p:nvPr/>
        </p:nvCxnSpPr>
        <p:spPr>
          <a:xfrm rot="5400000" flipH="1" flipV="1">
            <a:off x="5802675" y="2760286"/>
            <a:ext cx="526565" cy="1009940"/>
          </a:xfrm>
          <a:prstGeom prst="curvedConnector2">
            <a:avLst/>
          </a:prstGeom>
          <a:ln w="2540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连接符: 曲线 1072">
            <a:extLst>
              <a:ext uri="{FF2B5EF4-FFF2-40B4-BE49-F238E27FC236}">
                <a16:creationId xmlns:a16="http://schemas.microsoft.com/office/drawing/2014/main" id="{789777D8-D2E8-48AB-9979-BE6523540565}"/>
              </a:ext>
            </a:extLst>
          </p:cNvPr>
          <p:cNvCxnSpPr>
            <a:cxnSpLocks/>
            <a:stCxn id="1069" idx="2"/>
            <a:endCxn id="1071" idx="1"/>
          </p:cNvCxnSpPr>
          <p:nvPr/>
        </p:nvCxnSpPr>
        <p:spPr>
          <a:xfrm rot="16200000" flipH="1">
            <a:off x="5740393" y="3721420"/>
            <a:ext cx="647411" cy="1006223"/>
          </a:xfrm>
          <a:prstGeom prst="curvedConnector2">
            <a:avLst/>
          </a:prstGeom>
          <a:ln w="2540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4" name="矩形: 圆角 1073">
            <a:extLst>
              <a:ext uri="{FF2B5EF4-FFF2-40B4-BE49-F238E27FC236}">
                <a16:creationId xmlns:a16="http://schemas.microsoft.com/office/drawing/2014/main" id="{2B978D97-979B-412A-BE68-4B9522B56A18}"/>
              </a:ext>
            </a:extLst>
          </p:cNvPr>
          <p:cNvSpPr/>
          <p:nvPr/>
        </p:nvSpPr>
        <p:spPr>
          <a:xfrm>
            <a:off x="6679527" y="2556790"/>
            <a:ext cx="1364595" cy="68365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Shared </a:t>
            </a:r>
          </a:p>
          <a:p>
            <a:pPr algn="ctr"/>
            <a:r>
              <a:rPr lang="en-US" altLang="zh-CN" sz="16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GRU-First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5" name="矩形: 圆角 1074">
            <a:extLst>
              <a:ext uri="{FF2B5EF4-FFF2-40B4-BE49-F238E27FC236}">
                <a16:creationId xmlns:a16="http://schemas.microsoft.com/office/drawing/2014/main" id="{A2CC23FD-5FDD-4708-BCA1-D8BF665C131A}"/>
              </a:ext>
            </a:extLst>
          </p:cNvPr>
          <p:cNvSpPr/>
          <p:nvPr/>
        </p:nvSpPr>
        <p:spPr>
          <a:xfrm>
            <a:off x="6677914" y="4077236"/>
            <a:ext cx="1384408" cy="701378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Shared </a:t>
            </a:r>
          </a:p>
          <a:p>
            <a:pPr algn="ctr"/>
            <a:r>
              <a:rPr lang="en-US" altLang="zh-CN" sz="16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GRU-Second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6" name="文本框 1075">
            <a:extLst>
              <a:ext uri="{FF2B5EF4-FFF2-40B4-BE49-F238E27FC236}">
                <a16:creationId xmlns:a16="http://schemas.microsoft.com/office/drawing/2014/main" id="{32AF13BB-D85B-42D9-B98E-3287BE7C038A}"/>
              </a:ext>
            </a:extLst>
          </p:cNvPr>
          <p:cNvSpPr txBox="1"/>
          <p:nvPr/>
        </p:nvSpPr>
        <p:spPr>
          <a:xfrm>
            <a:off x="7991693" y="2284234"/>
            <a:ext cx="1920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Branch CNN</a:t>
            </a:r>
            <a:endParaRPr lang="zh-CN" altLang="en-US" sz="1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7" name="文本框 1076">
            <a:extLst>
              <a:ext uri="{FF2B5EF4-FFF2-40B4-BE49-F238E27FC236}">
                <a16:creationId xmlns:a16="http://schemas.microsoft.com/office/drawing/2014/main" id="{098F8575-8395-40F5-8F20-2FBB385BFE35}"/>
              </a:ext>
            </a:extLst>
          </p:cNvPr>
          <p:cNvSpPr txBox="1"/>
          <p:nvPr/>
        </p:nvSpPr>
        <p:spPr>
          <a:xfrm>
            <a:off x="8111481" y="3794950"/>
            <a:ext cx="1920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Branch CNN</a:t>
            </a:r>
            <a:endParaRPr lang="zh-CN" altLang="en-US" sz="1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8" name="矩形: 圆角 1077">
            <a:extLst>
              <a:ext uri="{FF2B5EF4-FFF2-40B4-BE49-F238E27FC236}">
                <a16:creationId xmlns:a16="http://schemas.microsoft.com/office/drawing/2014/main" id="{20537884-018E-4452-B359-671AB158DE78}"/>
              </a:ext>
            </a:extLst>
          </p:cNvPr>
          <p:cNvSpPr/>
          <p:nvPr/>
        </p:nvSpPr>
        <p:spPr>
          <a:xfrm>
            <a:off x="8237411" y="2556790"/>
            <a:ext cx="1624675" cy="68365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Conv1D</a:t>
            </a:r>
          </a:p>
          <a:p>
            <a:pPr algn="ctr"/>
            <a:r>
              <a:rPr lang="en-US" altLang="zh-CN" sz="1600" b="1" dirty="0" err="1">
                <a:solidFill>
                  <a:srgbClr val="1A1C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Kernal_size</a:t>
            </a:r>
            <a:r>
              <a:rPr lang="en-US" altLang="zh-CN" sz="1600" b="1" dirty="0">
                <a:solidFill>
                  <a:srgbClr val="1A1C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9" name="矩形: 圆角 1078">
            <a:extLst>
              <a:ext uri="{FF2B5EF4-FFF2-40B4-BE49-F238E27FC236}">
                <a16:creationId xmlns:a16="http://schemas.microsoft.com/office/drawing/2014/main" id="{E31D5747-223C-4EBC-988B-AF621DE11530}"/>
              </a:ext>
            </a:extLst>
          </p:cNvPr>
          <p:cNvSpPr/>
          <p:nvPr/>
        </p:nvSpPr>
        <p:spPr>
          <a:xfrm>
            <a:off x="8263881" y="4078431"/>
            <a:ext cx="1610905" cy="701378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Conv1D</a:t>
            </a:r>
          </a:p>
          <a:p>
            <a:pPr algn="ctr"/>
            <a:r>
              <a:rPr lang="en-US" altLang="zh-CN" sz="1600" b="1" dirty="0" err="1">
                <a:solidFill>
                  <a:srgbClr val="1A1C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Kernal_size</a:t>
            </a:r>
            <a:r>
              <a:rPr lang="en-US" altLang="zh-CN" sz="1600" b="1" dirty="0">
                <a:solidFill>
                  <a:srgbClr val="1A1C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</a:p>
          <a:p>
            <a:pPr algn="ctr"/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Dilation</a:t>
            </a:r>
            <a:r>
              <a:rPr lang="en-US" altLang="zh-CN" sz="1600" b="1" dirty="0">
                <a:solidFill>
                  <a:srgbClr val="1A1C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0" name="直接箭头连接符 1079">
            <a:extLst>
              <a:ext uri="{FF2B5EF4-FFF2-40B4-BE49-F238E27FC236}">
                <a16:creationId xmlns:a16="http://schemas.microsoft.com/office/drawing/2014/main" id="{32A2CEC4-765A-43C7-AB54-9CCA52049ABA}"/>
              </a:ext>
            </a:extLst>
          </p:cNvPr>
          <p:cNvCxnSpPr>
            <a:cxnSpLocks/>
            <a:stCxn id="1074" idx="3"/>
            <a:endCxn id="1078" idx="1"/>
          </p:cNvCxnSpPr>
          <p:nvPr/>
        </p:nvCxnSpPr>
        <p:spPr>
          <a:xfrm>
            <a:off x="8044122" y="2898616"/>
            <a:ext cx="193289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直接箭头连接符 1080">
            <a:extLst>
              <a:ext uri="{FF2B5EF4-FFF2-40B4-BE49-F238E27FC236}">
                <a16:creationId xmlns:a16="http://schemas.microsoft.com/office/drawing/2014/main" id="{5DB5ECC5-967A-46C0-A517-A4A768B1E37E}"/>
              </a:ext>
            </a:extLst>
          </p:cNvPr>
          <p:cNvCxnSpPr>
            <a:cxnSpLocks/>
            <a:stCxn id="1075" idx="3"/>
            <a:endCxn id="1079" idx="1"/>
          </p:cNvCxnSpPr>
          <p:nvPr/>
        </p:nvCxnSpPr>
        <p:spPr>
          <a:xfrm>
            <a:off x="8062322" y="4427925"/>
            <a:ext cx="201559" cy="1195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2" name="矩形: 圆角 1081">
            <a:extLst>
              <a:ext uri="{FF2B5EF4-FFF2-40B4-BE49-F238E27FC236}">
                <a16:creationId xmlns:a16="http://schemas.microsoft.com/office/drawing/2014/main" id="{923CD0DB-7B3C-4BA3-8A8A-93F3B387E1D2}"/>
              </a:ext>
            </a:extLst>
          </p:cNvPr>
          <p:cNvSpPr/>
          <p:nvPr/>
        </p:nvSpPr>
        <p:spPr>
          <a:xfrm>
            <a:off x="10015513" y="2556790"/>
            <a:ext cx="1223953" cy="68365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GELU</a:t>
            </a:r>
          </a:p>
          <a:p>
            <a:pPr algn="ctr"/>
            <a:r>
              <a:rPr lang="en-US" altLang="zh-CN" sz="1600" b="1" dirty="0">
                <a:solidFill>
                  <a:srgbClr val="1A1C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Dropout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3" name="文本框 1082">
                <a:extLst>
                  <a:ext uri="{FF2B5EF4-FFF2-40B4-BE49-F238E27FC236}">
                    <a16:creationId xmlns:a16="http://schemas.microsoft.com/office/drawing/2014/main" id="{5F0355BC-3719-4E6F-908F-E55DAB02FE16}"/>
                  </a:ext>
                </a:extLst>
              </p:cNvPr>
              <p:cNvSpPr txBox="1"/>
              <p:nvPr/>
            </p:nvSpPr>
            <p:spPr>
              <a:xfrm>
                <a:off x="5006686" y="2798311"/>
                <a:ext cx="6621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𝐅𝐢𝐫𝐬𝐭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083" name="文本框 1082">
                <a:extLst>
                  <a:ext uri="{FF2B5EF4-FFF2-40B4-BE49-F238E27FC236}">
                    <a16:creationId xmlns:a16="http://schemas.microsoft.com/office/drawing/2014/main" id="{5F0355BC-3719-4E6F-908F-E55DAB02F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686" y="2798311"/>
                <a:ext cx="662127" cy="369332"/>
              </a:xfrm>
              <a:prstGeom prst="rect">
                <a:avLst/>
              </a:prstGeom>
              <a:blipFill>
                <a:blip r:embed="rId40"/>
                <a:stretch>
                  <a:fillRect r="-36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4" name="文本框 1083">
                <a:extLst>
                  <a:ext uri="{FF2B5EF4-FFF2-40B4-BE49-F238E27FC236}">
                    <a16:creationId xmlns:a16="http://schemas.microsoft.com/office/drawing/2014/main" id="{309F2249-E98A-479B-BD3D-8783E823529A}"/>
                  </a:ext>
                </a:extLst>
              </p:cNvPr>
              <p:cNvSpPr txBox="1"/>
              <p:nvPr/>
            </p:nvSpPr>
            <p:spPr>
              <a:xfrm>
                <a:off x="4889108" y="4321621"/>
                <a:ext cx="9099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𝐒𝐞𝐜𝐨𝐧</m:t>
                          </m:r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𝐝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084" name="文本框 1083">
                <a:extLst>
                  <a:ext uri="{FF2B5EF4-FFF2-40B4-BE49-F238E27FC236}">
                    <a16:creationId xmlns:a16="http://schemas.microsoft.com/office/drawing/2014/main" id="{309F2249-E98A-479B-BD3D-8783E8235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108" y="4321621"/>
                <a:ext cx="909934" cy="3693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5" name="直接箭头连接符 1084">
            <a:extLst>
              <a:ext uri="{FF2B5EF4-FFF2-40B4-BE49-F238E27FC236}">
                <a16:creationId xmlns:a16="http://schemas.microsoft.com/office/drawing/2014/main" id="{FB3D18D0-924A-46B9-B338-20C1ED09ABAA}"/>
              </a:ext>
            </a:extLst>
          </p:cNvPr>
          <p:cNvCxnSpPr>
            <a:cxnSpLocks/>
            <a:stCxn id="1083" idx="2"/>
          </p:cNvCxnSpPr>
          <p:nvPr/>
        </p:nvCxnSpPr>
        <p:spPr>
          <a:xfrm>
            <a:off x="5337750" y="3167643"/>
            <a:ext cx="0" cy="1888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直接箭头连接符 1085">
            <a:extLst>
              <a:ext uri="{FF2B5EF4-FFF2-40B4-BE49-F238E27FC236}">
                <a16:creationId xmlns:a16="http://schemas.microsoft.com/office/drawing/2014/main" id="{523DE9A1-B80D-4727-8053-B44B300B4688}"/>
              </a:ext>
            </a:extLst>
          </p:cNvPr>
          <p:cNvCxnSpPr>
            <a:cxnSpLocks/>
            <a:stCxn id="1084" idx="0"/>
          </p:cNvCxnSpPr>
          <p:nvPr/>
        </p:nvCxnSpPr>
        <p:spPr>
          <a:xfrm flipV="1">
            <a:off x="5344075" y="4074512"/>
            <a:ext cx="0" cy="2471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矩形: 圆角 1086">
            <a:extLst>
              <a:ext uri="{FF2B5EF4-FFF2-40B4-BE49-F238E27FC236}">
                <a16:creationId xmlns:a16="http://schemas.microsoft.com/office/drawing/2014/main" id="{AE31738A-8EFD-4502-99C3-D934030C6F6E}"/>
              </a:ext>
            </a:extLst>
          </p:cNvPr>
          <p:cNvSpPr/>
          <p:nvPr/>
        </p:nvSpPr>
        <p:spPr>
          <a:xfrm>
            <a:off x="10024444" y="4084821"/>
            <a:ext cx="1209239" cy="701335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GELU</a:t>
            </a:r>
          </a:p>
          <a:p>
            <a:pPr algn="ctr"/>
            <a:r>
              <a:rPr lang="en-US" altLang="zh-CN" sz="1600" b="1" dirty="0">
                <a:solidFill>
                  <a:srgbClr val="1A1C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Dropout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8" name="直接箭头连接符 1087">
            <a:extLst>
              <a:ext uri="{FF2B5EF4-FFF2-40B4-BE49-F238E27FC236}">
                <a16:creationId xmlns:a16="http://schemas.microsoft.com/office/drawing/2014/main" id="{9EE3E8B4-7144-4267-9F0D-9F6DDD5FF2C4}"/>
              </a:ext>
            </a:extLst>
          </p:cNvPr>
          <p:cNvCxnSpPr>
            <a:cxnSpLocks/>
            <a:stCxn id="1078" idx="3"/>
            <a:endCxn id="1082" idx="1"/>
          </p:cNvCxnSpPr>
          <p:nvPr/>
        </p:nvCxnSpPr>
        <p:spPr>
          <a:xfrm>
            <a:off x="9862086" y="2898616"/>
            <a:ext cx="153427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直接箭头连接符 1088">
            <a:extLst>
              <a:ext uri="{FF2B5EF4-FFF2-40B4-BE49-F238E27FC236}">
                <a16:creationId xmlns:a16="http://schemas.microsoft.com/office/drawing/2014/main" id="{FDA80EE3-E93E-4036-A8C7-90784D853CA3}"/>
              </a:ext>
            </a:extLst>
          </p:cNvPr>
          <p:cNvCxnSpPr>
            <a:cxnSpLocks/>
            <a:stCxn id="1079" idx="3"/>
            <a:endCxn id="1087" idx="1"/>
          </p:cNvCxnSpPr>
          <p:nvPr/>
        </p:nvCxnSpPr>
        <p:spPr>
          <a:xfrm>
            <a:off x="9874786" y="4429120"/>
            <a:ext cx="149658" cy="6369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连接符: 肘形 1089">
            <a:extLst>
              <a:ext uri="{FF2B5EF4-FFF2-40B4-BE49-F238E27FC236}">
                <a16:creationId xmlns:a16="http://schemas.microsoft.com/office/drawing/2014/main" id="{3DA4BEDA-26ED-4265-8BAF-2EC0DBF58D03}"/>
              </a:ext>
            </a:extLst>
          </p:cNvPr>
          <p:cNvCxnSpPr>
            <a:cxnSpLocks/>
            <a:stCxn id="1045" idx="2"/>
            <a:endCxn id="1068" idx="1"/>
          </p:cNvCxnSpPr>
          <p:nvPr/>
        </p:nvCxnSpPr>
        <p:spPr>
          <a:xfrm rot="5400000">
            <a:off x="6687816" y="-619650"/>
            <a:ext cx="2610690" cy="6148596"/>
          </a:xfrm>
          <a:prstGeom prst="bentConnector4">
            <a:avLst>
              <a:gd name="adj1" fmla="val 4977"/>
              <a:gd name="adj2" fmla="val 102892"/>
            </a:avLst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2" name="矩形: 圆角 1091">
            <a:extLst>
              <a:ext uri="{FF2B5EF4-FFF2-40B4-BE49-F238E27FC236}">
                <a16:creationId xmlns:a16="http://schemas.microsoft.com/office/drawing/2014/main" id="{E45483D1-0019-4524-A15F-B4C85EE418F5}"/>
              </a:ext>
            </a:extLst>
          </p:cNvPr>
          <p:cNvSpPr/>
          <p:nvPr/>
        </p:nvSpPr>
        <p:spPr>
          <a:xfrm>
            <a:off x="11724974" y="2135636"/>
            <a:ext cx="2657161" cy="3231024"/>
          </a:xfrm>
          <a:prstGeom prst="roundRect">
            <a:avLst>
              <a:gd name="adj" fmla="val 4671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3" name="文本框 1092">
                <a:extLst>
                  <a:ext uri="{FF2B5EF4-FFF2-40B4-BE49-F238E27FC236}">
                    <a16:creationId xmlns:a16="http://schemas.microsoft.com/office/drawing/2014/main" id="{A10D7456-F619-452B-BAA6-1A68478CD31A}"/>
                  </a:ext>
                </a:extLst>
              </p:cNvPr>
              <p:cNvSpPr txBox="1"/>
              <p:nvPr/>
            </p:nvSpPr>
            <p:spPr>
              <a:xfrm>
                <a:off x="12321940" y="2143445"/>
                <a:ext cx="1397357" cy="379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p>
                    </m:oMath>
                  </m:oMathPara>
                </a14:m>
                <a:endParaRPr lang="zh-CN" altLang="en-US" b="1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93" name="文本框 1092">
                <a:extLst>
                  <a:ext uri="{FF2B5EF4-FFF2-40B4-BE49-F238E27FC236}">
                    <a16:creationId xmlns:a16="http://schemas.microsoft.com/office/drawing/2014/main" id="{A10D7456-F619-452B-BAA6-1A68478CD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1940" y="2143445"/>
                <a:ext cx="1397357" cy="379784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4" name="矩形: 圆角 1093">
            <a:extLst>
              <a:ext uri="{FF2B5EF4-FFF2-40B4-BE49-F238E27FC236}">
                <a16:creationId xmlns:a16="http://schemas.microsoft.com/office/drawing/2014/main" id="{08ED24A4-4503-4918-B813-158B64D9B836}"/>
              </a:ext>
            </a:extLst>
          </p:cNvPr>
          <p:cNvSpPr/>
          <p:nvPr/>
        </p:nvSpPr>
        <p:spPr>
          <a:xfrm>
            <a:off x="11768151" y="2727013"/>
            <a:ext cx="2504936" cy="588805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Overlapped Time Split &amp; </a:t>
            </a:r>
            <a:r>
              <a:rPr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MeanPool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abs</a:t>
            </a:r>
          </a:p>
        </p:txBody>
      </p:sp>
      <p:cxnSp>
        <p:nvCxnSpPr>
          <p:cNvPr id="1095" name="直接箭头连接符 1094">
            <a:extLst>
              <a:ext uri="{FF2B5EF4-FFF2-40B4-BE49-F238E27FC236}">
                <a16:creationId xmlns:a16="http://schemas.microsoft.com/office/drawing/2014/main" id="{3028645F-CAC4-4E5E-9EBC-6B2216992FD9}"/>
              </a:ext>
            </a:extLst>
          </p:cNvPr>
          <p:cNvCxnSpPr>
            <a:cxnSpLocks/>
            <a:endCxn id="1094" idx="0"/>
          </p:cNvCxnSpPr>
          <p:nvPr/>
        </p:nvCxnSpPr>
        <p:spPr>
          <a:xfrm>
            <a:off x="13020619" y="2482297"/>
            <a:ext cx="0" cy="244716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6" name="文本框 1095">
                <a:extLst>
                  <a:ext uri="{FF2B5EF4-FFF2-40B4-BE49-F238E27FC236}">
                    <a16:creationId xmlns:a16="http://schemas.microsoft.com/office/drawing/2014/main" id="{35498CF3-81ED-4F97-9136-CD4533BDA347}"/>
                  </a:ext>
                </a:extLst>
              </p:cNvPr>
              <p:cNvSpPr txBox="1"/>
              <p:nvPr/>
            </p:nvSpPr>
            <p:spPr>
              <a:xfrm>
                <a:off x="11786188" y="3370449"/>
                <a:ext cx="1019772" cy="394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zh-CN" alt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𝐅𝐢𝐬𝐭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𝐕𝐨𝐥𝐒𝐜𝐨𝐫𝐞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6" name="文本框 1095">
                <a:extLst>
                  <a:ext uri="{FF2B5EF4-FFF2-40B4-BE49-F238E27FC236}">
                    <a16:creationId xmlns:a16="http://schemas.microsoft.com/office/drawing/2014/main" id="{35498CF3-81ED-4F97-9136-CD4533BDA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6188" y="3370449"/>
                <a:ext cx="1019772" cy="394916"/>
              </a:xfrm>
              <a:prstGeom prst="rect">
                <a:avLst/>
              </a:prstGeom>
              <a:blipFill>
                <a:blip r:embed="rId43"/>
                <a:stretch>
                  <a:fillRect l="-1786" b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7" name="文本框 1096">
                <a:extLst>
                  <a:ext uri="{FF2B5EF4-FFF2-40B4-BE49-F238E27FC236}">
                    <a16:creationId xmlns:a16="http://schemas.microsoft.com/office/drawing/2014/main" id="{45EED005-ADCF-48A2-85C0-F2D6E7E405CC}"/>
                  </a:ext>
                </a:extLst>
              </p:cNvPr>
              <p:cNvSpPr txBox="1"/>
              <p:nvPr/>
            </p:nvSpPr>
            <p:spPr>
              <a:xfrm>
                <a:off x="13270536" y="3370449"/>
                <a:ext cx="1019772" cy="398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zh-CN" altLang="en-US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𝐒𝐞𝐜𝐨𝐧𝐝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𝐕𝐨𝐥𝐒𝐜𝐨𝐫𝐞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7" name="文本框 1096">
                <a:extLst>
                  <a:ext uri="{FF2B5EF4-FFF2-40B4-BE49-F238E27FC236}">
                    <a16:creationId xmlns:a16="http://schemas.microsoft.com/office/drawing/2014/main" id="{45EED005-ADCF-48A2-85C0-F2D6E7E40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0536" y="3370449"/>
                <a:ext cx="1019772" cy="398314"/>
              </a:xfrm>
              <a:prstGeom prst="rect">
                <a:avLst/>
              </a:prstGeom>
              <a:blipFill>
                <a:blip r:embed="rId44"/>
                <a:stretch>
                  <a:fillRect l="-1796"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8" name="矩形: 圆角 1097">
            <a:extLst>
              <a:ext uri="{FF2B5EF4-FFF2-40B4-BE49-F238E27FC236}">
                <a16:creationId xmlns:a16="http://schemas.microsoft.com/office/drawing/2014/main" id="{A90DB834-8184-491A-AD08-1274757D4B3B}"/>
              </a:ext>
            </a:extLst>
          </p:cNvPr>
          <p:cNvSpPr/>
          <p:nvPr/>
        </p:nvSpPr>
        <p:spPr>
          <a:xfrm>
            <a:off x="12504751" y="3800061"/>
            <a:ext cx="1019759" cy="30830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9" name="连接符: 肘形 1098">
            <a:extLst>
              <a:ext uri="{FF2B5EF4-FFF2-40B4-BE49-F238E27FC236}">
                <a16:creationId xmlns:a16="http://schemas.microsoft.com/office/drawing/2014/main" id="{2F960498-F6DA-4383-91DD-A79D2BD0B75F}"/>
              </a:ext>
            </a:extLst>
          </p:cNvPr>
          <p:cNvCxnSpPr>
            <a:cxnSpLocks/>
            <a:stCxn id="1096" idx="2"/>
            <a:endCxn id="1098" idx="1"/>
          </p:cNvCxnSpPr>
          <p:nvPr/>
        </p:nvCxnSpPr>
        <p:spPr>
          <a:xfrm rot="16200000" flipH="1">
            <a:off x="12305989" y="3755449"/>
            <a:ext cx="188847" cy="208677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连接符: 肘形 1099">
            <a:extLst>
              <a:ext uri="{FF2B5EF4-FFF2-40B4-BE49-F238E27FC236}">
                <a16:creationId xmlns:a16="http://schemas.microsoft.com/office/drawing/2014/main" id="{D22AE564-FA58-4930-B5E3-AF5260243963}"/>
              </a:ext>
            </a:extLst>
          </p:cNvPr>
          <p:cNvCxnSpPr>
            <a:cxnSpLocks/>
            <a:stCxn id="1097" idx="2"/>
            <a:endCxn id="1098" idx="3"/>
          </p:cNvCxnSpPr>
          <p:nvPr/>
        </p:nvCxnSpPr>
        <p:spPr>
          <a:xfrm rot="5400000">
            <a:off x="13559742" y="3733531"/>
            <a:ext cx="185449" cy="255912"/>
          </a:xfrm>
          <a:prstGeom prst="bentConnector2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1" name="矩形: 圆角 1100">
            <a:extLst>
              <a:ext uri="{FF2B5EF4-FFF2-40B4-BE49-F238E27FC236}">
                <a16:creationId xmlns:a16="http://schemas.microsoft.com/office/drawing/2014/main" id="{CD803CC5-9F6C-4D75-82D1-393D2F1F0EF4}"/>
              </a:ext>
            </a:extLst>
          </p:cNvPr>
          <p:cNvSpPr/>
          <p:nvPr/>
        </p:nvSpPr>
        <p:spPr>
          <a:xfrm>
            <a:off x="11893792" y="4285274"/>
            <a:ext cx="2238759" cy="436034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Weight MLP</a:t>
            </a:r>
          </a:p>
        </p:txBody>
      </p:sp>
      <p:cxnSp>
        <p:nvCxnSpPr>
          <p:cNvPr id="1102" name="直接箭头连接符 1101">
            <a:extLst>
              <a:ext uri="{FF2B5EF4-FFF2-40B4-BE49-F238E27FC236}">
                <a16:creationId xmlns:a16="http://schemas.microsoft.com/office/drawing/2014/main" id="{0CE952A3-9B1A-442B-94ED-E6628A61A85A}"/>
              </a:ext>
            </a:extLst>
          </p:cNvPr>
          <p:cNvCxnSpPr>
            <a:cxnSpLocks/>
            <a:stCxn id="1098" idx="2"/>
            <a:endCxn id="1101" idx="0"/>
          </p:cNvCxnSpPr>
          <p:nvPr/>
        </p:nvCxnSpPr>
        <p:spPr>
          <a:xfrm flipH="1">
            <a:off x="13013172" y="4108363"/>
            <a:ext cx="1459" cy="176911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3" name="箭头: 下 1102">
            <a:extLst>
              <a:ext uri="{FF2B5EF4-FFF2-40B4-BE49-F238E27FC236}">
                <a16:creationId xmlns:a16="http://schemas.microsoft.com/office/drawing/2014/main" id="{32E04257-B24C-4CD7-9BD5-0B4DC24E0E83}"/>
              </a:ext>
            </a:extLst>
          </p:cNvPr>
          <p:cNvSpPr/>
          <p:nvPr/>
        </p:nvSpPr>
        <p:spPr>
          <a:xfrm>
            <a:off x="12046355" y="3175406"/>
            <a:ext cx="243840" cy="299484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4" name="箭头: 下 1103">
            <a:extLst>
              <a:ext uri="{FF2B5EF4-FFF2-40B4-BE49-F238E27FC236}">
                <a16:creationId xmlns:a16="http://schemas.microsoft.com/office/drawing/2014/main" id="{28047440-5586-4BC8-A207-A46D312C35EA}"/>
              </a:ext>
            </a:extLst>
          </p:cNvPr>
          <p:cNvSpPr/>
          <p:nvPr/>
        </p:nvSpPr>
        <p:spPr>
          <a:xfrm>
            <a:off x="13732915" y="3163158"/>
            <a:ext cx="243840" cy="299484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5" name="矩形: 圆角 1104">
            <a:extLst>
              <a:ext uri="{FF2B5EF4-FFF2-40B4-BE49-F238E27FC236}">
                <a16:creationId xmlns:a16="http://schemas.microsoft.com/office/drawing/2014/main" id="{698C3172-93A9-4F9E-9222-AF0CEC7377A9}"/>
              </a:ext>
            </a:extLst>
          </p:cNvPr>
          <p:cNvSpPr/>
          <p:nvPr/>
        </p:nvSpPr>
        <p:spPr>
          <a:xfrm>
            <a:off x="7716771" y="5540536"/>
            <a:ext cx="6665363" cy="1979706"/>
          </a:xfrm>
          <a:prstGeom prst="roundRect">
            <a:avLst>
              <a:gd name="adj" fmla="val 4671"/>
            </a:avLst>
          </a:prstGeom>
          <a:solidFill>
            <a:schemeClr val="bg1"/>
          </a:solidFill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6" name="直接箭头连接符 1105">
            <a:extLst>
              <a:ext uri="{FF2B5EF4-FFF2-40B4-BE49-F238E27FC236}">
                <a16:creationId xmlns:a16="http://schemas.microsoft.com/office/drawing/2014/main" id="{3E9D3EF8-F6AD-4BE0-B816-C2BAAFB471F5}"/>
              </a:ext>
            </a:extLst>
          </p:cNvPr>
          <p:cNvCxnSpPr>
            <a:cxnSpLocks/>
            <a:stCxn id="1101" idx="2"/>
            <a:endCxn id="1107" idx="0"/>
          </p:cNvCxnSpPr>
          <p:nvPr/>
        </p:nvCxnSpPr>
        <p:spPr>
          <a:xfrm>
            <a:off x="13013172" y="4721308"/>
            <a:ext cx="3663" cy="146532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7" name="文本框 1106">
                <a:extLst>
                  <a:ext uri="{FF2B5EF4-FFF2-40B4-BE49-F238E27FC236}">
                    <a16:creationId xmlns:a16="http://schemas.microsoft.com/office/drawing/2014/main" id="{911BAA09-F969-45F4-B699-0BA0C836DE52}"/>
                  </a:ext>
                </a:extLst>
              </p:cNvPr>
              <p:cNvSpPr txBox="1"/>
              <p:nvPr/>
            </p:nvSpPr>
            <p:spPr>
              <a:xfrm>
                <a:off x="12506949" y="4867840"/>
                <a:ext cx="1019772" cy="433837"/>
              </a:xfrm>
              <a:prstGeom prst="rect">
                <a:avLst/>
              </a:prstGeom>
              <a:noFill/>
              <a:ln w="25400">
                <a:solidFill>
                  <a:schemeClr val="accent2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b="1" i="0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𝐖𝐞𝐢𝐠𝐡𝐭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bSup>
                    </m:oMath>
                  </m:oMathPara>
                </a14:m>
                <a:endParaRPr lang="zh-CN" alt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107" name="文本框 1106">
                <a:extLst>
                  <a:ext uri="{FF2B5EF4-FFF2-40B4-BE49-F238E27FC236}">
                    <a16:creationId xmlns:a16="http://schemas.microsoft.com/office/drawing/2014/main" id="{911BAA09-F969-45F4-B699-0BA0C836D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6949" y="4867840"/>
                <a:ext cx="1019772" cy="433837"/>
              </a:xfrm>
              <a:prstGeom prst="rect">
                <a:avLst/>
              </a:prstGeom>
              <a:blipFill>
                <a:blip r:embed="rId45"/>
                <a:stretch>
                  <a:fillRect b="-5333"/>
                </a:stretch>
              </a:blipFill>
              <a:ln w="25400">
                <a:solidFill>
                  <a:schemeClr val="accent2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8" name="文本框 1107">
                <a:extLst>
                  <a:ext uri="{FF2B5EF4-FFF2-40B4-BE49-F238E27FC236}">
                    <a16:creationId xmlns:a16="http://schemas.microsoft.com/office/drawing/2014/main" id="{2AA95DF2-576C-4938-905C-8925AEA50069}"/>
                  </a:ext>
                </a:extLst>
              </p:cNvPr>
              <p:cNvSpPr txBox="1"/>
              <p:nvPr/>
            </p:nvSpPr>
            <p:spPr>
              <a:xfrm>
                <a:off x="12353423" y="-1646872"/>
                <a:ext cx="45664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8" name="文本框 1107">
                <a:extLst>
                  <a:ext uri="{FF2B5EF4-FFF2-40B4-BE49-F238E27FC236}">
                    <a16:creationId xmlns:a16="http://schemas.microsoft.com/office/drawing/2014/main" id="{2AA95DF2-576C-4938-905C-8925AEA50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3423" y="-1646872"/>
                <a:ext cx="456643" cy="646331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9" name="直接箭头连接符 1108">
            <a:extLst>
              <a:ext uri="{FF2B5EF4-FFF2-40B4-BE49-F238E27FC236}">
                <a16:creationId xmlns:a16="http://schemas.microsoft.com/office/drawing/2014/main" id="{BDD83550-134D-4A1D-BFEC-E06CA8C63E1C}"/>
              </a:ext>
            </a:extLst>
          </p:cNvPr>
          <p:cNvCxnSpPr>
            <a:cxnSpLocks/>
            <a:stCxn id="1049" idx="3"/>
            <a:endCxn id="1108" idx="1"/>
          </p:cNvCxnSpPr>
          <p:nvPr/>
        </p:nvCxnSpPr>
        <p:spPr>
          <a:xfrm>
            <a:off x="12059773" y="-1323707"/>
            <a:ext cx="293650" cy="1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0" name="文本框 1109">
                <a:extLst>
                  <a:ext uri="{FF2B5EF4-FFF2-40B4-BE49-F238E27FC236}">
                    <a16:creationId xmlns:a16="http://schemas.microsoft.com/office/drawing/2014/main" id="{5139D75A-B56F-42C9-A9B1-52790D8642EF}"/>
                  </a:ext>
                </a:extLst>
              </p:cNvPr>
              <p:cNvSpPr txBox="1"/>
              <p:nvPr/>
            </p:nvSpPr>
            <p:spPr>
              <a:xfrm>
                <a:off x="10193724" y="3284698"/>
                <a:ext cx="962632" cy="394916"/>
              </a:xfrm>
              <a:prstGeom prst="rect">
                <a:avLst/>
              </a:prstGeom>
              <a:noFill/>
              <a:ln w="25400">
                <a:solidFill>
                  <a:schemeClr val="accent6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𝐅𝐢𝐫𝐬𝐭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𝐓𝐫𝐞𝐧𝐝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10" name="文本框 1109">
                <a:extLst>
                  <a:ext uri="{FF2B5EF4-FFF2-40B4-BE49-F238E27FC236}">
                    <a16:creationId xmlns:a16="http://schemas.microsoft.com/office/drawing/2014/main" id="{5139D75A-B56F-42C9-A9B1-52790D864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3724" y="3284698"/>
                <a:ext cx="962632" cy="394916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  <a:ln w="25400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1" name="连接符: 肘形 1110">
            <a:extLst>
              <a:ext uri="{FF2B5EF4-FFF2-40B4-BE49-F238E27FC236}">
                <a16:creationId xmlns:a16="http://schemas.microsoft.com/office/drawing/2014/main" id="{83595C6F-7BE4-4CF0-A78D-69354BA51B44}"/>
              </a:ext>
            </a:extLst>
          </p:cNvPr>
          <p:cNvCxnSpPr>
            <a:cxnSpLocks/>
            <a:stCxn id="1082" idx="3"/>
            <a:endCxn id="1110" idx="3"/>
          </p:cNvCxnSpPr>
          <p:nvPr/>
        </p:nvCxnSpPr>
        <p:spPr>
          <a:xfrm flipH="1">
            <a:off x="11156356" y="2898616"/>
            <a:ext cx="83110" cy="583540"/>
          </a:xfrm>
          <a:prstGeom prst="bentConnector3">
            <a:avLst>
              <a:gd name="adj1" fmla="val -275057"/>
            </a:avLst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2" name="文本框 1111">
                <a:extLst>
                  <a:ext uri="{FF2B5EF4-FFF2-40B4-BE49-F238E27FC236}">
                    <a16:creationId xmlns:a16="http://schemas.microsoft.com/office/drawing/2014/main" id="{946A2F88-C39F-42BB-8D1C-49FD87CD45F2}"/>
                  </a:ext>
                </a:extLst>
              </p:cNvPr>
              <p:cNvSpPr txBox="1"/>
              <p:nvPr/>
            </p:nvSpPr>
            <p:spPr>
              <a:xfrm>
                <a:off x="10199971" y="4840769"/>
                <a:ext cx="962632" cy="392800"/>
              </a:xfrm>
              <a:prstGeom prst="rect">
                <a:avLst/>
              </a:prstGeom>
              <a:noFill/>
              <a:ln w="25400">
                <a:solidFill>
                  <a:schemeClr val="accent6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𝐒𝐞𝐜𝐨𝐧𝐝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𝐄𝐯𝐞𝐧𝐭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12" name="文本框 1111">
                <a:extLst>
                  <a:ext uri="{FF2B5EF4-FFF2-40B4-BE49-F238E27FC236}">
                    <a16:creationId xmlns:a16="http://schemas.microsoft.com/office/drawing/2014/main" id="{946A2F88-C39F-42BB-8D1C-49FD87CD4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971" y="4840769"/>
                <a:ext cx="962632" cy="392800"/>
              </a:xfrm>
              <a:prstGeom prst="rect">
                <a:avLst/>
              </a:prstGeom>
              <a:blipFill>
                <a:blip r:embed="rId48"/>
                <a:stretch>
                  <a:fillRect b="-1449"/>
                </a:stretch>
              </a:blipFill>
              <a:ln w="25400">
                <a:solidFill>
                  <a:schemeClr val="accent6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3" name="连接符: 肘形 1112">
            <a:extLst>
              <a:ext uri="{FF2B5EF4-FFF2-40B4-BE49-F238E27FC236}">
                <a16:creationId xmlns:a16="http://schemas.microsoft.com/office/drawing/2014/main" id="{12E72C0D-80BA-4434-9F13-E05966572433}"/>
              </a:ext>
            </a:extLst>
          </p:cNvPr>
          <p:cNvCxnSpPr>
            <a:cxnSpLocks/>
            <a:stCxn id="1087" idx="3"/>
            <a:endCxn id="1112" idx="3"/>
          </p:cNvCxnSpPr>
          <p:nvPr/>
        </p:nvCxnSpPr>
        <p:spPr>
          <a:xfrm flipH="1">
            <a:off x="11162603" y="4435489"/>
            <a:ext cx="71080" cy="601680"/>
          </a:xfrm>
          <a:prstGeom prst="bentConnector3">
            <a:avLst>
              <a:gd name="adj1" fmla="val -321609"/>
            </a:avLst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4" name="文本框 1113">
                <a:extLst>
                  <a:ext uri="{FF2B5EF4-FFF2-40B4-BE49-F238E27FC236}">
                    <a16:creationId xmlns:a16="http://schemas.microsoft.com/office/drawing/2014/main" id="{A9CDBDA2-E0ED-4E45-AD08-C236384AD0A7}"/>
                  </a:ext>
                </a:extLst>
              </p:cNvPr>
              <p:cNvSpPr txBox="1"/>
              <p:nvPr/>
            </p:nvSpPr>
            <p:spPr>
              <a:xfrm>
                <a:off x="11815860" y="5519471"/>
                <a:ext cx="804010" cy="394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𝐅𝐢𝐫𝐬𝐭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𝐓𝐫𝐞𝐧𝐝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14" name="文本框 1113">
                <a:extLst>
                  <a:ext uri="{FF2B5EF4-FFF2-40B4-BE49-F238E27FC236}">
                    <a16:creationId xmlns:a16="http://schemas.microsoft.com/office/drawing/2014/main" id="{A9CDBDA2-E0ED-4E45-AD08-C236384AD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5860" y="5519471"/>
                <a:ext cx="804010" cy="394916"/>
              </a:xfrm>
              <a:prstGeom prst="rect">
                <a:avLst/>
              </a:prstGeom>
              <a:blipFill>
                <a:blip r:embed="rId49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文本框 1114">
                <a:extLst>
                  <a:ext uri="{FF2B5EF4-FFF2-40B4-BE49-F238E27FC236}">
                    <a16:creationId xmlns:a16="http://schemas.microsoft.com/office/drawing/2014/main" id="{301F3A04-5E23-465F-BD11-74156F8DC0B7}"/>
                  </a:ext>
                </a:extLst>
              </p:cNvPr>
              <p:cNvSpPr txBox="1"/>
              <p:nvPr/>
            </p:nvSpPr>
            <p:spPr>
              <a:xfrm>
                <a:off x="8060421" y="6898488"/>
                <a:ext cx="946090" cy="4338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𝐖𝐞𝐢𝐠𝐡𝐭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115" name="文本框 1114">
                <a:extLst>
                  <a:ext uri="{FF2B5EF4-FFF2-40B4-BE49-F238E27FC236}">
                    <a16:creationId xmlns:a16="http://schemas.microsoft.com/office/drawing/2014/main" id="{301F3A04-5E23-465F-BD11-74156F8DC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421" y="6898488"/>
                <a:ext cx="946090" cy="433837"/>
              </a:xfrm>
              <a:prstGeom prst="rect">
                <a:avLst/>
              </a:prstGeom>
              <a:blipFill>
                <a:blip r:embed="rId50"/>
                <a:stretch>
                  <a:fillRect r="-2581" b="-8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6" name="文本框 1115">
                <a:extLst>
                  <a:ext uri="{FF2B5EF4-FFF2-40B4-BE49-F238E27FC236}">
                    <a16:creationId xmlns:a16="http://schemas.microsoft.com/office/drawing/2014/main" id="{8AEA53A1-CC82-40CB-804D-4B507DCB4D33}"/>
                  </a:ext>
                </a:extLst>
              </p:cNvPr>
              <p:cNvSpPr txBox="1"/>
              <p:nvPr/>
            </p:nvSpPr>
            <p:spPr>
              <a:xfrm>
                <a:off x="8098544" y="5562441"/>
                <a:ext cx="888805" cy="433837"/>
              </a:xfrm>
              <a:prstGeom prst="rect">
                <a:avLst/>
              </a:prstGeom>
              <a:noFill/>
              <a:ln w="25400"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b="1" i="0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𝐖𝐞𝐢𝐠𝐡𝐭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bSup>
                    </m:oMath>
                  </m:oMathPara>
                </a14:m>
                <a:endParaRPr lang="zh-CN" alt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116" name="文本框 1115">
                <a:extLst>
                  <a:ext uri="{FF2B5EF4-FFF2-40B4-BE49-F238E27FC236}">
                    <a16:creationId xmlns:a16="http://schemas.microsoft.com/office/drawing/2014/main" id="{8AEA53A1-CC82-40CB-804D-4B507DCB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544" y="5562441"/>
                <a:ext cx="888805" cy="433837"/>
              </a:xfrm>
              <a:prstGeom prst="rect">
                <a:avLst/>
              </a:prstGeom>
              <a:blipFill>
                <a:blip r:embed="rId51"/>
                <a:stretch>
                  <a:fillRect l="-8276" r="-690" b="-8333"/>
                </a:stretch>
              </a:blipFill>
              <a:ln w="25400"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7" name="直接箭头连接符 1116">
            <a:extLst>
              <a:ext uri="{FF2B5EF4-FFF2-40B4-BE49-F238E27FC236}">
                <a16:creationId xmlns:a16="http://schemas.microsoft.com/office/drawing/2014/main" id="{23128E57-DBFE-4412-9CCD-045FFBF45DB6}"/>
              </a:ext>
            </a:extLst>
          </p:cNvPr>
          <p:cNvCxnSpPr>
            <a:cxnSpLocks/>
            <a:stCxn id="1116" idx="3"/>
            <a:endCxn id="1120" idx="1"/>
          </p:cNvCxnSpPr>
          <p:nvPr/>
        </p:nvCxnSpPr>
        <p:spPr>
          <a:xfrm>
            <a:off x="8987349" y="5779360"/>
            <a:ext cx="381987" cy="728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8" name="文本框 1117">
                <a:extLst>
                  <a:ext uri="{FF2B5EF4-FFF2-40B4-BE49-F238E27FC236}">
                    <a16:creationId xmlns:a16="http://schemas.microsoft.com/office/drawing/2014/main" id="{B61C0591-FECE-4CFB-A5C2-E72F2BAFC43E}"/>
                  </a:ext>
                </a:extLst>
              </p:cNvPr>
              <p:cNvSpPr txBox="1"/>
              <p:nvPr/>
            </p:nvSpPr>
            <p:spPr>
              <a:xfrm>
                <a:off x="11154956" y="6033263"/>
                <a:ext cx="262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18" name="文本框 1117">
                <a:extLst>
                  <a:ext uri="{FF2B5EF4-FFF2-40B4-BE49-F238E27FC236}">
                    <a16:creationId xmlns:a16="http://schemas.microsoft.com/office/drawing/2014/main" id="{B61C0591-FECE-4CFB-A5C2-E72F2BAFC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4956" y="6033263"/>
                <a:ext cx="262892" cy="276999"/>
              </a:xfrm>
              <a:prstGeom prst="rect">
                <a:avLst/>
              </a:prstGeom>
              <a:blipFill>
                <a:blip r:embed="rId52"/>
                <a:stretch>
                  <a:fillRect l="-23256" r="-23256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9" name="文本框 1118">
                <a:extLst>
                  <a:ext uri="{FF2B5EF4-FFF2-40B4-BE49-F238E27FC236}">
                    <a16:creationId xmlns:a16="http://schemas.microsoft.com/office/drawing/2014/main" id="{19A15496-C854-4536-8AC1-028E267CAFE0}"/>
                  </a:ext>
                </a:extLst>
              </p:cNvPr>
              <p:cNvSpPr txBox="1"/>
              <p:nvPr/>
            </p:nvSpPr>
            <p:spPr>
              <a:xfrm>
                <a:off x="12087316" y="6037099"/>
                <a:ext cx="262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19" name="文本框 1118">
                <a:extLst>
                  <a:ext uri="{FF2B5EF4-FFF2-40B4-BE49-F238E27FC236}">
                    <a16:creationId xmlns:a16="http://schemas.microsoft.com/office/drawing/2014/main" id="{19A15496-C854-4536-8AC1-028E267CA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7316" y="6037099"/>
                <a:ext cx="262892" cy="276999"/>
              </a:xfrm>
              <a:prstGeom prst="rect">
                <a:avLst/>
              </a:prstGeom>
              <a:blipFill>
                <a:blip r:embed="rId53"/>
                <a:stretch>
                  <a:fillRect l="-23256" r="-23256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20" name="表格 1119">
            <a:extLst>
              <a:ext uri="{FF2B5EF4-FFF2-40B4-BE49-F238E27FC236}">
                <a16:creationId xmlns:a16="http://schemas.microsoft.com/office/drawing/2014/main" id="{780C7160-BDA0-421D-AFE8-A26C0AC7C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424649"/>
              </p:ext>
            </p:extLst>
          </p:nvPr>
        </p:nvGraphicFramePr>
        <p:xfrm>
          <a:off x="9369336" y="5681028"/>
          <a:ext cx="1331406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901">
                  <a:extLst>
                    <a:ext uri="{9D8B030D-6E8A-4147-A177-3AD203B41FA5}">
                      <a16:colId xmlns:a16="http://schemas.microsoft.com/office/drawing/2014/main" val="3845179002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3966831316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2219512428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1115702013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2255994482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740870365"/>
                    </a:ext>
                  </a:extLst>
                </a:gridCol>
              </a:tblGrid>
              <a:tr h="176048"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084609"/>
                  </a:ext>
                </a:extLst>
              </a:tr>
            </a:tbl>
          </a:graphicData>
        </a:graphic>
      </p:graphicFrame>
      <p:graphicFrame>
        <p:nvGraphicFramePr>
          <p:cNvPr id="1121" name="表格 1120">
            <a:extLst>
              <a:ext uri="{FF2B5EF4-FFF2-40B4-BE49-F238E27FC236}">
                <a16:creationId xmlns:a16="http://schemas.microsoft.com/office/drawing/2014/main" id="{5538400F-F746-4B5D-A9DB-66CE115A6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263688"/>
              </p:ext>
            </p:extLst>
          </p:nvPr>
        </p:nvGraphicFramePr>
        <p:xfrm>
          <a:off x="9388285" y="7015891"/>
          <a:ext cx="1331406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901">
                  <a:extLst>
                    <a:ext uri="{9D8B030D-6E8A-4147-A177-3AD203B41FA5}">
                      <a16:colId xmlns:a16="http://schemas.microsoft.com/office/drawing/2014/main" val="3845179002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3966831316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2219512428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1115702013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2255994482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740870365"/>
                    </a:ext>
                  </a:extLst>
                </a:gridCol>
              </a:tblGrid>
              <a:tr h="176048"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084609"/>
                  </a:ext>
                </a:extLst>
              </a:tr>
            </a:tbl>
          </a:graphicData>
        </a:graphic>
      </p:graphicFrame>
      <p:cxnSp>
        <p:nvCxnSpPr>
          <p:cNvPr id="1122" name="直接箭头连接符 1121">
            <a:extLst>
              <a:ext uri="{FF2B5EF4-FFF2-40B4-BE49-F238E27FC236}">
                <a16:creationId xmlns:a16="http://schemas.microsoft.com/office/drawing/2014/main" id="{8F305890-7820-44C3-917B-96D400767228}"/>
              </a:ext>
            </a:extLst>
          </p:cNvPr>
          <p:cNvCxnSpPr>
            <a:cxnSpLocks/>
            <a:stCxn id="1115" idx="3"/>
            <a:endCxn id="1121" idx="1"/>
          </p:cNvCxnSpPr>
          <p:nvPr/>
        </p:nvCxnSpPr>
        <p:spPr>
          <a:xfrm flipV="1">
            <a:off x="9006511" y="7114951"/>
            <a:ext cx="381774" cy="456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3" name="文本框 1122">
                <a:extLst>
                  <a:ext uri="{FF2B5EF4-FFF2-40B4-BE49-F238E27FC236}">
                    <a16:creationId xmlns:a16="http://schemas.microsoft.com/office/drawing/2014/main" id="{E0CE1E64-56C4-4A4F-8F69-4AABCD238FD2}"/>
                  </a:ext>
                </a:extLst>
              </p:cNvPr>
              <p:cNvSpPr txBox="1"/>
              <p:nvPr/>
            </p:nvSpPr>
            <p:spPr>
              <a:xfrm>
                <a:off x="11154956" y="6663501"/>
                <a:ext cx="262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23" name="文本框 1122">
                <a:extLst>
                  <a:ext uri="{FF2B5EF4-FFF2-40B4-BE49-F238E27FC236}">
                    <a16:creationId xmlns:a16="http://schemas.microsoft.com/office/drawing/2014/main" id="{E0CE1E64-56C4-4A4F-8F69-4AABCD238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4956" y="6663501"/>
                <a:ext cx="262892" cy="276999"/>
              </a:xfrm>
              <a:prstGeom prst="rect">
                <a:avLst/>
              </a:prstGeom>
              <a:blipFill>
                <a:blip r:embed="rId54"/>
                <a:stretch>
                  <a:fillRect l="-23256" r="-23256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4" name="文本框 1123">
            <a:extLst>
              <a:ext uri="{FF2B5EF4-FFF2-40B4-BE49-F238E27FC236}">
                <a16:creationId xmlns:a16="http://schemas.microsoft.com/office/drawing/2014/main" id="{9AAD6A84-9AB4-41F6-9348-6D7DE1E7D98A}"/>
              </a:ext>
            </a:extLst>
          </p:cNvPr>
          <p:cNvSpPr txBox="1"/>
          <p:nvPr/>
        </p:nvSpPr>
        <p:spPr>
          <a:xfrm>
            <a:off x="9096329" y="6296993"/>
            <a:ext cx="354204" cy="369332"/>
          </a:xfrm>
          <a:prstGeom prst="rect">
            <a:avLst/>
          </a:prstGeom>
          <a:noFill/>
          <a:ln w="25400"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25" name="直接箭头连接符 1124">
            <a:extLst>
              <a:ext uri="{FF2B5EF4-FFF2-40B4-BE49-F238E27FC236}">
                <a16:creationId xmlns:a16="http://schemas.microsoft.com/office/drawing/2014/main" id="{7C020B76-8B4C-49EC-B31C-27E1CEBE4041}"/>
              </a:ext>
            </a:extLst>
          </p:cNvPr>
          <p:cNvCxnSpPr>
            <a:cxnSpLocks/>
            <a:stCxn id="1114" idx="2"/>
            <a:endCxn id="1119" idx="0"/>
          </p:cNvCxnSpPr>
          <p:nvPr/>
        </p:nvCxnSpPr>
        <p:spPr>
          <a:xfrm>
            <a:off x="12217865" y="5914387"/>
            <a:ext cx="897" cy="1227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直接箭头连接符 1125">
            <a:extLst>
              <a:ext uri="{FF2B5EF4-FFF2-40B4-BE49-F238E27FC236}">
                <a16:creationId xmlns:a16="http://schemas.microsoft.com/office/drawing/2014/main" id="{C4F9F06E-4011-4317-B533-CA3B9C099A45}"/>
              </a:ext>
            </a:extLst>
          </p:cNvPr>
          <p:cNvCxnSpPr>
            <a:cxnSpLocks/>
            <a:stCxn id="1118" idx="3"/>
            <a:endCxn id="1119" idx="1"/>
          </p:cNvCxnSpPr>
          <p:nvPr/>
        </p:nvCxnSpPr>
        <p:spPr>
          <a:xfrm>
            <a:off x="11417848" y="6171763"/>
            <a:ext cx="669468" cy="38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7" name="文本框 1126">
                <a:extLst>
                  <a:ext uri="{FF2B5EF4-FFF2-40B4-BE49-F238E27FC236}">
                    <a16:creationId xmlns:a16="http://schemas.microsoft.com/office/drawing/2014/main" id="{36F933B5-54E4-4D74-B08C-8A5AB0722CC7}"/>
                  </a:ext>
                </a:extLst>
              </p:cNvPr>
              <p:cNvSpPr txBox="1"/>
              <p:nvPr/>
            </p:nvSpPr>
            <p:spPr>
              <a:xfrm>
                <a:off x="11807231" y="7099095"/>
                <a:ext cx="804010" cy="392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𝐒𝐞𝐜𝐨𝐧𝐝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𝐄𝐯𝐞𝐧𝐭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27" name="文本框 1126">
                <a:extLst>
                  <a:ext uri="{FF2B5EF4-FFF2-40B4-BE49-F238E27FC236}">
                    <a16:creationId xmlns:a16="http://schemas.microsoft.com/office/drawing/2014/main" id="{36F933B5-54E4-4D74-B08C-8A5AB0722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7231" y="7099095"/>
                <a:ext cx="804010" cy="392800"/>
              </a:xfrm>
              <a:prstGeom prst="rect">
                <a:avLst/>
              </a:prstGeom>
              <a:blipFill>
                <a:blip r:embed="rId55"/>
                <a:stretch>
                  <a:fillRect r="-9848"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8" name="文本框 1127">
                <a:extLst>
                  <a:ext uri="{FF2B5EF4-FFF2-40B4-BE49-F238E27FC236}">
                    <a16:creationId xmlns:a16="http://schemas.microsoft.com/office/drawing/2014/main" id="{FDD7626D-19AD-4765-A5CC-5F44535827FB}"/>
                  </a:ext>
                </a:extLst>
              </p:cNvPr>
              <p:cNvSpPr txBox="1"/>
              <p:nvPr/>
            </p:nvSpPr>
            <p:spPr>
              <a:xfrm>
                <a:off x="12077790" y="6670897"/>
                <a:ext cx="262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28" name="文本框 1127">
                <a:extLst>
                  <a:ext uri="{FF2B5EF4-FFF2-40B4-BE49-F238E27FC236}">
                    <a16:creationId xmlns:a16="http://schemas.microsoft.com/office/drawing/2014/main" id="{FDD7626D-19AD-4765-A5CC-5F4453582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7790" y="6670897"/>
                <a:ext cx="262892" cy="276999"/>
              </a:xfrm>
              <a:prstGeom prst="rect">
                <a:avLst/>
              </a:prstGeom>
              <a:blipFill>
                <a:blip r:embed="rId56"/>
                <a:stretch>
                  <a:fillRect l="-23256" r="-23256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9" name="直接箭头连接符 1128">
            <a:extLst>
              <a:ext uri="{FF2B5EF4-FFF2-40B4-BE49-F238E27FC236}">
                <a16:creationId xmlns:a16="http://schemas.microsoft.com/office/drawing/2014/main" id="{FDB34523-9E24-46B6-841A-8A0C119B74AF}"/>
              </a:ext>
            </a:extLst>
          </p:cNvPr>
          <p:cNvCxnSpPr>
            <a:cxnSpLocks/>
            <a:stCxn id="1123" idx="3"/>
            <a:endCxn id="1128" idx="1"/>
          </p:cNvCxnSpPr>
          <p:nvPr/>
        </p:nvCxnSpPr>
        <p:spPr>
          <a:xfrm>
            <a:off x="11417848" y="6802001"/>
            <a:ext cx="659942" cy="73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直接箭头连接符 1129">
            <a:extLst>
              <a:ext uri="{FF2B5EF4-FFF2-40B4-BE49-F238E27FC236}">
                <a16:creationId xmlns:a16="http://schemas.microsoft.com/office/drawing/2014/main" id="{5B5F3733-9597-44D1-9993-6DE20B4D66D7}"/>
              </a:ext>
            </a:extLst>
          </p:cNvPr>
          <p:cNvCxnSpPr>
            <a:cxnSpLocks/>
            <a:stCxn id="1127" idx="0"/>
            <a:endCxn id="1128" idx="2"/>
          </p:cNvCxnSpPr>
          <p:nvPr/>
        </p:nvCxnSpPr>
        <p:spPr>
          <a:xfrm flipV="1">
            <a:off x="12209236" y="6947896"/>
            <a:ext cx="0" cy="1511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9E04850A-181C-457C-A4F2-50D025F11083}"/>
                  </a:ext>
                </a:extLst>
              </p:cNvPr>
              <p:cNvSpPr txBox="1"/>
              <p:nvPr/>
            </p:nvSpPr>
            <p:spPr>
              <a:xfrm>
                <a:off x="12592636" y="5919010"/>
                <a:ext cx="868933" cy="37677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𝐅𝐢𝐫𝐬𝐭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9E04850A-181C-457C-A4F2-50D025F11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2636" y="5919010"/>
                <a:ext cx="868933" cy="376770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  <a:ln w="254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3" name="文本框 1132">
                <a:extLst>
                  <a:ext uri="{FF2B5EF4-FFF2-40B4-BE49-F238E27FC236}">
                    <a16:creationId xmlns:a16="http://schemas.microsoft.com/office/drawing/2014/main" id="{AC119E67-B6AB-4F76-B6C2-F0F558E54200}"/>
                  </a:ext>
                </a:extLst>
              </p:cNvPr>
              <p:cNvSpPr txBox="1"/>
              <p:nvPr/>
            </p:nvSpPr>
            <p:spPr>
              <a:xfrm>
                <a:off x="12586286" y="6689333"/>
                <a:ext cx="868933" cy="37677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𝐒𝐞𝐜𝐨𝐧𝐝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33" name="文本框 1132">
                <a:extLst>
                  <a:ext uri="{FF2B5EF4-FFF2-40B4-BE49-F238E27FC236}">
                    <a16:creationId xmlns:a16="http://schemas.microsoft.com/office/drawing/2014/main" id="{AC119E67-B6AB-4F76-B6C2-F0F558E54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6286" y="6689333"/>
                <a:ext cx="868933" cy="376770"/>
              </a:xfrm>
              <a:prstGeom prst="rect">
                <a:avLst/>
              </a:prstGeom>
              <a:blipFill>
                <a:blip r:embed="rId58"/>
                <a:stretch>
                  <a:fillRect r="-685"/>
                </a:stretch>
              </a:blipFill>
              <a:ln w="254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5" name="连接符: 肘形 1134">
            <a:extLst>
              <a:ext uri="{FF2B5EF4-FFF2-40B4-BE49-F238E27FC236}">
                <a16:creationId xmlns:a16="http://schemas.microsoft.com/office/drawing/2014/main" id="{C38512AD-35F4-40F8-868A-14C222887021}"/>
              </a:ext>
            </a:extLst>
          </p:cNvPr>
          <p:cNvCxnSpPr>
            <a:cxnSpLocks/>
            <a:stCxn id="1120" idx="3"/>
            <a:endCxn id="1118" idx="0"/>
          </p:cNvCxnSpPr>
          <p:nvPr/>
        </p:nvCxnSpPr>
        <p:spPr>
          <a:xfrm>
            <a:off x="10700742" y="5780088"/>
            <a:ext cx="585660" cy="2531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连接符: 肘形 1135">
            <a:extLst>
              <a:ext uri="{FF2B5EF4-FFF2-40B4-BE49-F238E27FC236}">
                <a16:creationId xmlns:a16="http://schemas.microsoft.com/office/drawing/2014/main" id="{F04B784F-5E02-4B45-A5DA-BF44D0EE6E04}"/>
              </a:ext>
            </a:extLst>
          </p:cNvPr>
          <p:cNvCxnSpPr>
            <a:cxnSpLocks/>
            <a:stCxn id="1121" idx="3"/>
            <a:endCxn id="1123" idx="2"/>
          </p:cNvCxnSpPr>
          <p:nvPr/>
        </p:nvCxnSpPr>
        <p:spPr>
          <a:xfrm flipV="1">
            <a:off x="10719691" y="6940500"/>
            <a:ext cx="566711" cy="17445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" name="连接符: 肘形 1136">
            <a:extLst>
              <a:ext uri="{FF2B5EF4-FFF2-40B4-BE49-F238E27FC236}">
                <a16:creationId xmlns:a16="http://schemas.microsoft.com/office/drawing/2014/main" id="{8C6CC847-BBF9-4CB3-81D6-D752CB18B98C}"/>
              </a:ext>
            </a:extLst>
          </p:cNvPr>
          <p:cNvCxnSpPr>
            <a:cxnSpLocks/>
            <a:stCxn id="1124" idx="0"/>
            <a:endCxn id="1118" idx="1"/>
          </p:cNvCxnSpPr>
          <p:nvPr/>
        </p:nvCxnSpPr>
        <p:spPr>
          <a:xfrm rot="5400000" flipH="1" flipV="1">
            <a:off x="10151578" y="5293616"/>
            <a:ext cx="125230" cy="188152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连接符: 肘形 1137">
            <a:extLst>
              <a:ext uri="{FF2B5EF4-FFF2-40B4-BE49-F238E27FC236}">
                <a16:creationId xmlns:a16="http://schemas.microsoft.com/office/drawing/2014/main" id="{333B269C-45F8-493C-9F35-CDA51C001838}"/>
              </a:ext>
            </a:extLst>
          </p:cNvPr>
          <p:cNvCxnSpPr>
            <a:cxnSpLocks/>
            <a:stCxn id="1124" idx="2"/>
            <a:endCxn id="1123" idx="1"/>
          </p:cNvCxnSpPr>
          <p:nvPr/>
        </p:nvCxnSpPr>
        <p:spPr>
          <a:xfrm rot="16200000" flipH="1">
            <a:off x="10146355" y="5793400"/>
            <a:ext cx="135676" cy="188152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9" name="矩形: 圆角 1138">
            <a:extLst>
              <a:ext uri="{FF2B5EF4-FFF2-40B4-BE49-F238E27FC236}">
                <a16:creationId xmlns:a16="http://schemas.microsoft.com/office/drawing/2014/main" id="{DBFE8927-426D-4947-8493-FB4F0BDF6244}"/>
              </a:ext>
            </a:extLst>
          </p:cNvPr>
          <p:cNvSpPr/>
          <p:nvPr/>
        </p:nvSpPr>
        <p:spPr>
          <a:xfrm>
            <a:off x="9429311" y="6358361"/>
            <a:ext cx="2018750" cy="296141"/>
          </a:xfrm>
          <a:prstGeom prst="roundRect">
            <a:avLst>
              <a:gd name="adj" fmla="val 4671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Unsqueeze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(-1) &amp; broadcast</a:t>
            </a:r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40" name="连接符: 曲线 1139">
            <a:extLst>
              <a:ext uri="{FF2B5EF4-FFF2-40B4-BE49-F238E27FC236}">
                <a16:creationId xmlns:a16="http://schemas.microsoft.com/office/drawing/2014/main" id="{0D71CE53-9032-40E4-95E5-9ED14797CC37}"/>
              </a:ext>
            </a:extLst>
          </p:cNvPr>
          <p:cNvCxnSpPr>
            <a:cxnSpLocks/>
          </p:cNvCxnSpPr>
          <p:nvPr/>
        </p:nvCxnSpPr>
        <p:spPr>
          <a:xfrm flipV="1">
            <a:off x="11449394" y="6250388"/>
            <a:ext cx="208216" cy="256044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1" name="连接符: 曲线 1140">
            <a:extLst>
              <a:ext uri="{FF2B5EF4-FFF2-40B4-BE49-F238E27FC236}">
                <a16:creationId xmlns:a16="http://schemas.microsoft.com/office/drawing/2014/main" id="{C618A0B3-54C5-4560-8F89-53F27D30C6E5}"/>
              </a:ext>
            </a:extLst>
          </p:cNvPr>
          <p:cNvCxnSpPr>
            <a:cxnSpLocks/>
            <a:stCxn id="1139" idx="3"/>
          </p:cNvCxnSpPr>
          <p:nvPr/>
        </p:nvCxnSpPr>
        <p:spPr>
          <a:xfrm>
            <a:off x="11448061" y="6506432"/>
            <a:ext cx="205315" cy="241396"/>
          </a:xfrm>
          <a:prstGeom prst="curved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2" name="矩形: 圆角 1141">
                <a:extLst>
                  <a:ext uri="{FF2B5EF4-FFF2-40B4-BE49-F238E27FC236}">
                    <a16:creationId xmlns:a16="http://schemas.microsoft.com/office/drawing/2014/main" id="{5103A358-BDAC-4200-A736-525ED4040565}"/>
                  </a:ext>
                </a:extLst>
              </p:cNvPr>
              <p:cNvSpPr/>
              <p:nvPr/>
            </p:nvSpPr>
            <p:spPr>
              <a:xfrm>
                <a:off x="11712136" y="6358361"/>
                <a:ext cx="1071540" cy="296141"/>
              </a:xfrm>
              <a:prstGeom prst="roundRect">
                <a:avLst>
                  <a:gd name="adj" fmla="val 4671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[B,1]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CN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[B,8,D]</a:t>
                </a:r>
                <a:endParaRPr lang="zh-CN" altLang="en-US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2" name="矩形: 圆角 1141">
                <a:extLst>
                  <a:ext uri="{FF2B5EF4-FFF2-40B4-BE49-F238E27FC236}">
                    <a16:creationId xmlns:a16="http://schemas.microsoft.com/office/drawing/2014/main" id="{5103A358-BDAC-4200-A736-525ED40405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2136" y="6358361"/>
                <a:ext cx="1071540" cy="296141"/>
              </a:xfrm>
              <a:prstGeom prst="roundRect">
                <a:avLst>
                  <a:gd name="adj" fmla="val 4671"/>
                </a:avLst>
              </a:prstGeom>
              <a:blipFill>
                <a:blip r:embed="rId59"/>
                <a:stretch>
                  <a:fillRect l="-1676" r="-559" b="-7692"/>
                </a:stretch>
              </a:blipFill>
              <a:ln w="19050"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3" name="直接连接符 1142">
            <a:extLst>
              <a:ext uri="{FF2B5EF4-FFF2-40B4-BE49-F238E27FC236}">
                <a16:creationId xmlns:a16="http://schemas.microsoft.com/office/drawing/2014/main" id="{CB90931C-DEC2-43EB-83C5-AA57AD164055}"/>
              </a:ext>
            </a:extLst>
          </p:cNvPr>
          <p:cNvCxnSpPr>
            <a:cxnSpLocks/>
            <a:stCxn id="1139" idx="3"/>
            <a:endCxn id="1142" idx="1"/>
          </p:cNvCxnSpPr>
          <p:nvPr/>
        </p:nvCxnSpPr>
        <p:spPr>
          <a:xfrm>
            <a:off x="11448061" y="6506432"/>
            <a:ext cx="264075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4" name="图片 1143">
            <a:extLst>
              <a:ext uri="{FF2B5EF4-FFF2-40B4-BE49-F238E27FC236}">
                <a16:creationId xmlns:a16="http://schemas.microsoft.com/office/drawing/2014/main" id="{8C3F6BC7-C0AD-4266-AEB6-091C48976667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3506348" y="6530389"/>
            <a:ext cx="743219" cy="497992"/>
          </a:xfrm>
          <a:prstGeom prst="rect">
            <a:avLst/>
          </a:prstGeom>
        </p:spPr>
      </p:pic>
      <p:pic>
        <p:nvPicPr>
          <p:cNvPr id="1145" name="图片 1144">
            <a:extLst>
              <a:ext uri="{FF2B5EF4-FFF2-40B4-BE49-F238E27FC236}">
                <a16:creationId xmlns:a16="http://schemas.microsoft.com/office/drawing/2014/main" id="{3A353764-7AD1-48D7-B242-5924FF213DF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3498671" y="5772622"/>
            <a:ext cx="743219" cy="4979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46" name="文本框 1145">
                <a:extLst>
                  <a:ext uri="{FF2B5EF4-FFF2-40B4-BE49-F238E27FC236}">
                    <a16:creationId xmlns:a16="http://schemas.microsoft.com/office/drawing/2014/main" id="{DB76BFDB-5037-4E9A-99B2-9DEE3CAB6D9D}"/>
                  </a:ext>
                </a:extLst>
              </p:cNvPr>
              <p:cNvSpPr txBox="1"/>
              <p:nvPr/>
            </p:nvSpPr>
            <p:spPr>
              <a:xfrm>
                <a:off x="13487336" y="6233542"/>
                <a:ext cx="4836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sz="4000" dirty="0"/>
              </a:p>
            </p:txBody>
          </p:sp>
        </mc:Choice>
        <mc:Fallback xmlns="">
          <p:sp>
            <p:nvSpPr>
              <p:cNvPr id="1146" name="文本框 1145">
                <a:extLst>
                  <a:ext uri="{FF2B5EF4-FFF2-40B4-BE49-F238E27FC236}">
                    <a16:creationId xmlns:a16="http://schemas.microsoft.com/office/drawing/2014/main" id="{DB76BFDB-5037-4E9A-99B2-9DEE3CAB6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336" y="6233542"/>
                <a:ext cx="483628" cy="307777"/>
              </a:xfrm>
              <a:prstGeom prst="rect">
                <a:avLst/>
              </a:prstGeom>
              <a:blipFill>
                <a:blip r:embed="rId62"/>
                <a:stretch>
                  <a:fillRect r="-82500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89E25677-E62B-4664-95E3-9D62A635FDEC}"/>
                  </a:ext>
                </a:extLst>
              </p:cNvPr>
              <p:cNvSpPr txBox="1"/>
              <p:nvPr/>
            </p:nvSpPr>
            <p:spPr>
              <a:xfrm>
                <a:off x="13480383" y="6988184"/>
                <a:ext cx="8190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sz="14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sz="4000" dirty="0"/>
              </a:p>
            </p:txBody>
          </p:sp>
        </mc:Choice>
        <mc:Fallback xmlns=""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89E25677-E62B-4664-95E3-9D62A635F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0383" y="6988184"/>
                <a:ext cx="819004" cy="307777"/>
              </a:xfrm>
              <a:prstGeom prst="rect">
                <a:avLst/>
              </a:prstGeom>
              <a:blipFill>
                <a:blip r:embed="rId63"/>
                <a:stretch>
                  <a:fillRect r="-8148"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8" name="直接箭头连接符 1147">
            <a:extLst>
              <a:ext uri="{FF2B5EF4-FFF2-40B4-BE49-F238E27FC236}">
                <a16:creationId xmlns:a16="http://schemas.microsoft.com/office/drawing/2014/main" id="{5311D330-F783-4E22-9302-3CD585972249}"/>
              </a:ext>
            </a:extLst>
          </p:cNvPr>
          <p:cNvCxnSpPr>
            <a:cxnSpLocks/>
            <a:stCxn id="1059" idx="1"/>
            <a:endCxn id="1056" idx="3"/>
          </p:cNvCxnSpPr>
          <p:nvPr/>
        </p:nvCxnSpPr>
        <p:spPr>
          <a:xfrm flipH="1">
            <a:off x="11974893" y="-600056"/>
            <a:ext cx="444147" cy="69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9" name="直接箭头连接符 1148">
            <a:extLst>
              <a:ext uri="{FF2B5EF4-FFF2-40B4-BE49-F238E27FC236}">
                <a16:creationId xmlns:a16="http://schemas.microsoft.com/office/drawing/2014/main" id="{7FB72B31-7DFA-45CD-A315-76B46318C3FE}"/>
              </a:ext>
            </a:extLst>
          </p:cNvPr>
          <p:cNvCxnSpPr>
            <a:cxnSpLocks/>
            <a:stCxn id="1060" idx="1"/>
            <a:endCxn id="1057" idx="3"/>
          </p:cNvCxnSpPr>
          <p:nvPr/>
        </p:nvCxnSpPr>
        <p:spPr>
          <a:xfrm flipH="1" flipV="1">
            <a:off x="12362328" y="379840"/>
            <a:ext cx="244672" cy="1226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0" name="矩形: 圆角 1149">
            <a:extLst>
              <a:ext uri="{FF2B5EF4-FFF2-40B4-BE49-F238E27FC236}">
                <a16:creationId xmlns:a16="http://schemas.microsoft.com/office/drawing/2014/main" id="{BB61E623-B399-49CE-AAD8-C6299508605A}"/>
              </a:ext>
            </a:extLst>
          </p:cNvPr>
          <p:cNvSpPr/>
          <p:nvPr/>
        </p:nvSpPr>
        <p:spPr>
          <a:xfrm>
            <a:off x="4910066" y="5738780"/>
            <a:ext cx="1706634" cy="566389"/>
          </a:xfrm>
          <a:prstGeom prst="roundRect">
            <a:avLst>
              <a:gd name="adj" fmla="val 4671"/>
            </a:avLst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1" name="矩形: 圆角 1150">
            <a:extLst>
              <a:ext uri="{FF2B5EF4-FFF2-40B4-BE49-F238E27FC236}">
                <a16:creationId xmlns:a16="http://schemas.microsoft.com/office/drawing/2014/main" id="{A2D435A4-851A-42B0-8200-462CDD64CEAF}"/>
              </a:ext>
            </a:extLst>
          </p:cNvPr>
          <p:cNvSpPr/>
          <p:nvPr/>
        </p:nvSpPr>
        <p:spPr>
          <a:xfrm>
            <a:off x="4910066" y="6649575"/>
            <a:ext cx="1704090" cy="566389"/>
          </a:xfrm>
          <a:prstGeom prst="roundRect">
            <a:avLst>
              <a:gd name="adj" fmla="val 4671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9553B1DA-F78A-45AD-B50A-5EA6FB9F3F17}"/>
                  </a:ext>
                </a:extLst>
              </p:cNvPr>
              <p:cNvSpPr txBox="1"/>
              <p:nvPr/>
            </p:nvSpPr>
            <p:spPr>
              <a:xfrm>
                <a:off x="6734927" y="5604184"/>
                <a:ext cx="804010" cy="394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𝐅𝐢𝐫𝐬𝐭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𝐓𝐫𝐞𝐧𝐝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9553B1DA-F78A-45AD-B50A-5EA6FB9F3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927" y="5604184"/>
                <a:ext cx="804010" cy="394916"/>
              </a:xfrm>
              <a:prstGeom prst="rect">
                <a:avLst/>
              </a:prstGeom>
              <a:blipFill>
                <a:blip r:embed="rId6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3" name="文本框 1152">
                <a:extLst>
                  <a:ext uri="{FF2B5EF4-FFF2-40B4-BE49-F238E27FC236}">
                    <a16:creationId xmlns:a16="http://schemas.microsoft.com/office/drawing/2014/main" id="{D0B76A4A-501B-44CE-AB57-25EA6141D494}"/>
                  </a:ext>
                </a:extLst>
              </p:cNvPr>
              <p:cNvSpPr txBox="1"/>
              <p:nvPr/>
            </p:nvSpPr>
            <p:spPr>
              <a:xfrm>
                <a:off x="6718615" y="6058848"/>
                <a:ext cx="804010" cy="392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𝐒𝐞𝐜𝐨𝐧𝐝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𝐄𝐯𝐞𝐧𝐭</m:t>
                          </m:r>
                        </m:sup>
                      </m:sSubSup>
                    </m:oMath>
                  </m:oMathPara>
                </a14:m>
                <a:endParaRPr lang="zh-CN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53" name="文本框 1152">
                <a:extLst>
                  <a:ext uri="{FF2B5EF4-FFF2-40B4-BE49-F238E27FC236}">
                    <a16:creationId xmlns:a16="http://schemas.microsoft.com/office/drawing/2014/main" id="{D0B76A4A-501B-44CE-AB57-25EA6141D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615" y="6058848"/>
                <a:ext cx="804010" cy="392800"/>
              </a:xfrm>
              <a:prstGeom prst="rect">
                <a:avLst/>
              </a:prstGeom>
              <a:blipFill>
                <a:blip r:embed="rId65"/>
                <a:stretch>
                  <a:fillRect r="-9848"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4" name="直接箭头连接符 1153">
            <a:extLst>
              <a:ext uri="{FF2B5EF4-FFF2-40B4-BE49-F238E27FC236}">
                <a16:creationId xmlns:a16="http://schemas.microsoft.com/office/drawing/2014/main" id="{4EB052FB-BB19-4DB6-BA43-3D9659D50DD2}"/>
              </a:ext>
            </a:extLst>
          </p:cNvPr>
          <p:cNvCxnSpPr>
            <a:cxnSpLocks/>
            <a:stCxn id="1150" idx="3"/>
          </p:cNvCxnSpPr>
          <p:nvPr/>
        </p:nvCxnSpPr>
        <p:spPr>
          <a:xfrm>
            <a:off x="6616700" y="6021975"/>
            <a:ext cx="1104900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894A3745-C668-4853-9B0A-8F56AF0FCDFA}"/>
                  </a:ext>
                </a:extLst>
              </p:cNvPr>
              <p:cNvSpPr txBox="1"/>
              <p:nvPr/>
            </p:nvSpPr>
            <p:spPr>
              <a:xfrm>
                <a:off x="6674236" y="6980899"/>
                <a:ext cx="1019772" cy="433837"/>
              </a:xfrm>
              <a:prstGeom prst="rect">
                <a:avLst/>
              </a:prstGeom>
              <a:noFill/>
              <a:ln w="25400"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b="1" i="0" dirty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𝐖𝐞𝐢𝐠𝐡𝐭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bSup>
                    </m:oMath>
                  </m:oMathPara>
                </a14:m>
                <a:endParaRPr lang="zh-CN" alt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894A3745-C668-4853-9B0A-8F56AF0FC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236" y="6980899"/>
                <a:ext cx="1019772" cy="433837"/>
              </a:xfrm>
              <a:prstGeom prst="rect">
                <a:avLst/>
              </a:prstGeom>
              <a:blipFill>
                <a:blip r:embed="rId66"/>
                <a:stretch>
                  <a:fillRect l="-599" b="-9859"/>
                </a:stretch>
              </a:blipFill>
              <a:ln w="25400"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6" name="直接箭头连接符 1155">
            <a:extLst>
              <a:ext uri="{FF2B5EF4-FFF2-40B4-BE49-F238E27FC236}">
                <a16:creationId xmlns:a16="http://schemas.microsoft.com/office/drawing/2014/main" id="{A43A7294-48D2-488E-A1A2-6525008AF977}"/>
              </a:ext>
            </a:extLst>
          </p:cNvPr>
          <p:cNvCxnSpPr>
            <a:cxnSpLocks/>
            <a:stCxn id="1151" idx="3"/>
          </p:cNvCxnSpPr>
          <p:nvPr/>
        </p:nvCxnSpPr>
        <p:spPr>
          <a:xfrm>
            <a:off x="6614156" y="6932770"/>
            <a:ext cx="1086277" cy="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7" name="矩形: 圆角 1156">
            <a:extLst>
              <a:ext uri="{FF2B5EF4-FFF2-40B4-BE49-F238E27FC236}">
                <a16:creationId xmlns:a16="http://schemas.microsoft.com/office/drawing/2014/main" id="{68F4F9F2-05C5-42FA-8501-2567ED2F5A3A}"/>
              </a:ext>
            </a:extLst>
          </p:cNvPr>
          <p:cNvSpPr/>
          <p:nvPr/>
        </p:nvSpPr>
        <p:spPr>
          <a:xfrm>
            <a:off x="4911221" y="8289991"/>
            <a:ext cx="6235188" cy="3133424"/>
          </a:xfrm>
          <a:prstGeom prst="roundRect">
            <a:avLst>
              <a:gd name="adj" fmla="val 4671"/>
            </a:avLst>
          </a:prstGeom>
          <a:solidFill>
            <a:schemeClr val="bg1"/>
          </a:solidFill>
          <a:ln w="25400">
            <a:solidFill>
              <a:srgbClr val="CED0FE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8" name="矩形: 圆角 1157">
            <a:extLst>
              <a:ext uri="{FF2B5EF4-FFF2-40B4-BE49-F238E27FC236}">
                <a16:creationId xmlns:a16="http://schemas.microsoft.com/office/drawing/2014/main" id="{A3FB809E-7F78-411A-BE4C-E591105143C3}"/>
              </a:ext>
            </a:extLst>
          </p:cNvPr>
          <p:cNvSpPr/>
          <p:nvPr/>
        </p:nvSpPr>
        <p:spPr>
          <a:xfrm>
            <a:off x="11233683" y="8289990"/>
            <a:ext cx="3118020" cy="3133423"/>
          </a:xfrm>
          <a:prstGeom prst="roundRect">
            <a:avLst>
              <a:gd name="adj" fmla="val 4671"/>
            </a:avLst>
          </a:prstGeom>
          <a:solidFill>
            <a:schemeClr val="bg1"/>
          </a:solidFill>
          <a:ln w="25400">
            <a:solidFill>
              <a:srgbClr val="FFFF9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9" name="矩形: 圆角 1158">
            <a:extLst>
              <a:ext uri="{FF2B5EF4-FFF2-40B4-BE49-F238E27FC236}">
                <a16:creationId xmlns:a16="http://schemas.microsoft.com/office/drawing/2014/main" id="{7E459641-EE6C-444E-AFC5-FDC4DA20D4A6}"/>
              </a:ext>
            </a:extLst>
          </p:cNvPr>
          <p:cNvSpPr/>
          <p:nvPr/>
        </p:nvSpPr>
        <p:spPr>
          <a:xfrm>
            <a:off x="4911221" y="7633487"/>
            <a:ext cx="6199416" cy="566389"/>
          </a:xfrm>
          <a:prstGeom prst="roundRect">
            <a:avLst>
              <a:gd name="adj" fmla="val 4671"/>
            </a:avLst>
          </a:prstGeom>
          <a:solidFill>
            <a:srgbClr val="CED0FE"/>
          </a:solidFill>
          <a:ln w="254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Stage2-3: Mask-gated Fusion</a:t>
            </a:r>
            <a:endParaRPr lang="zh-CN" altLang="en-US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60" name="直接箭头连接符 1159">
            <a:extLst>
              <a:ext uri="{FF2B5EF4-FFF2-40B4-BE49-F238E27FC236}">
                <a16:creationId xmlns:a16="http://schemas.microsoft.com/office/drawing/2014/main" id="{11FB0303-110E-49C0-8806-3D4DA3DC4F63}"/>
              </a:ext>
            </a:extLst>
          </p:cNvPr>
          <p:cNvCxnSpPr>
            <a:cxnSpLocks/>
            <a:stCxn id="1108" idx="3"/>
            <a:endCxn id="1161" idx="1"/>
          </p:cNvCxnSpPr>
          <p:nvPr/>
        </p:nvCxnSpPr>
        <p:spPr>
          <a:xfrm>
            <a:off x="12810066" y="-1323706"/>
            <a:ext cx="383251" cy="4316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1" name="文本框 1160">
                <a:extLst>
                  <a:ext uri="{FF2B5EF4-FFF2-40B4-BE49-F238E27FC236}">
                    <a16:creationId xmlns:a16="http://schemas.microsoft.com/office/drawing/2014/main" id="{A67FCF69-C16E-40BD-8DA1-49F3B612476D}"/>
                  </a:ext>
                </a:extLst>
              </p:cNvPr>
              <p:cNvSpPr txBox="1"/>
              <p:nvPr/>
            </p:nvSpPr>
            <p:spPr>
              <a:xfrm>
                <a:off x="13193317" y="-1642556"/>
                <a:ext cx="939243" cy="646331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𝐅𝐢𝐫𝐬𝐭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highlight>
                    <a:srgbClr val="FFFF00"/>
                  </a:highlight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𝐒𝐞𝐜𝐨𝐧𝐝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161" name="文本框 1160">
                <a:extLst>
                  <a:ext uri="{FF2B5EF4-FFF2-40B4-BE49-F238E27FC236}">
                    <a16:creationId xmlns:a16="http://schemas.microsoft.com/office/drawing/2014/main" id="{A67FCF69-C16E-40BD-8DA1-49F3B6124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3317" y="-1642556"/>
                <a:ext cx="939243" cy="646331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  <a:ln w="254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2" name="矩形: 圆角 1161">
            <a:extLst>
              <a:ext uri="{FF2B5EF4-FFF2-40B4-BE49-F238E27FC236}">
                <a16:creationId xmlns:a16="http://schemas.microsoft.com/office/drawing/2014/main" id="{98C4B67C-163D-450B-91A6-F4E0CC757EDD}"/>
              </a:ext>
            </a:extLst>
          </p:cNvPr>
          <p:cNvSpPr/>
          <p:nvPr/>
        </p:nvSpPr>
        <p:spPr>
          <a:xfrm>
            <a:off x="11196321" y="7633487"/>
            <a:ext cx="3185814" cy="566389"/>
          </a:xfrm>
          <a:prstGeom prst="roundRect">
            <a:avLst>
              <a:gd name="adj" fmla="val 4671"/>
            </a:avLst>
          </a:prstGeom>
          <a:solidFill>
            <a:srgbClr val="FFFFB3"/>
          </a:solidFill>
          <a:ln w="25400">
            <a:solidFill>
              <a:srgbClr val="A4A8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B0B4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Stage3: Temporal Refinement</a:t>
            </a:r>
            <a:endParaRPr lang="zh-CN" altLang="en-US" b="1" dirty="0">
              <a:solidFill>
                <a:srgbClr val="B0B4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E6CC73D3-D74B-4AD1-A310-99B4714718DB}"/>
                  </a:ext>
                </a:extLst>
              </p:cNvPr>
              <p:cNvSpPr txBox="1"/>
              <p:nvPr/>
            </p:nvSpPr>
            <p:spPr>
              <a:xfrm>
                <a:off x="119181" y="10938530"/>
                <a:ext cx="1275141" cy="398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𝐆𝐮𝐢𝐝𝐞</m:t>
                          </m:r>
                        </m:sub>
                        <m:sup>
                          <m:r>
                            <a:rPr lang="en-US" altLang="zh-CN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bSup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E6CC73D3-D74B-4AD1-A310-99B471471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81" y="10938530"/>
                <a:ext cx="1275141" cy="398314"/>
              </a:xfrm>
              <a:prstGeom prst="rect">
                <a:avLst/>
              </a:prstGeom>
              <a:blipFill>
                <a:blip r:embed="rId68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03FB60F2-12B9-4B7A-A951-AE573EAF654E}"/>
                  </a:ext>
                </a:extLst>
              </p:cNvPr>
              <p:cNvSpPr txBox="1"/>
              <p:nvPr/>
            </p:nvSpPr>
            <p:spPr>
              <a:xfrm>
                <a:off x="13071803" y="2439656"/>
                <a:ext cx="108519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03FB60F2-12B9-4B7A-A951-AE573EAF6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1803" y="2439656"/>
                <a:ext cx="1085195" cy="307777"/>
              </a:xfrm>
              <a:prstGeom prst="rect">
                <a:avLst/>
              </a:prstGeom>
              <a:blipFill>
                <a:blip r:embed="rId69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5" name="文本框 1164">
                <a:extLst>
                  <a:ext uri="{FF2B5EF4-FFF2-40B4-BE49-F238E27FC236}">
                    <a16:creationId xmlns:a16="http://schemas.microsoft.com/office/drawing/2014/main" id="{C4D5B718-3865-48F5-8787-4D5146F00FCA}"/>
                  </a:ext>
                </a:extLst>
              </p:cNvPr>
              <p:cNvSpPr txBox="1"/>
              <p:nvPr/>
            </p:nvSpPr>
            <p:spPr>
              <a:xfrm>
                <a:off x="6201219" y="-1379896"/>
                <a:ext cx="10471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65" name="文本框 1164">
                <a:extLst>
                  <a:ext uri="{FF2B5EF4-FFF2-40B4-BE49-F238E27FC236}">
                    <a16:creationId xmlns:a16="http://schemas.microsoft.com/office/drawing/2014/main" id="{C4D5B718-3865-48F5-8787-4D5146F00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219" y="-1379896"/>
                <a:ext cx="1047145" cy="307777"/>
              </a:xfrm>
              <a:prstGeom prst="rect">
                <a:avLst/>
              </a:prstGeom>
              <a:blipFill>
                <a:blip r:embed="rId7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6" name="文本框 1165">
                <a:extLst>
                  <a:ext uri="{FF2B5EF4-FFF2-40B4-BE49-F238E27FC236}">
                    <a16:creationId xmlns:a16="http://schemas.microsoft.com/office/drawing/2014/main" id="{1EEE6E3E-C29F-4F22-BBA7-351A5B526CFE}"/>
                  </a:ext>
                </a:extLst>
              </p:cNvPr>
              <p:cNvSpPr txBox="1"/>
              <p:nvPr/>
            </p:nvSpPr>
            <p:spPr>
              <a:xfrm>
                <a:off x="11721647" y="3938827"/>
                <a:ext cx="89822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66" name="文本框 1165">
                <a:extLst>
                  <a:ext uri="{FF2B5EF4-FFF2-40B4-BE49-F238E27FC236}">
                    <a16:creationId xmlns:a16="http://schemas.microsoft.com/office/drawing/2014/main" id="{1EEE6E3E-C29F-4F22-BBA7-351A5B526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1647" y="3938827"/>
                <a:ext cx="898223" cy="307777"/>
              </a:xfrm>
              <a:prstGeom prst="rect">
                <a:avLst/>
              </a:prstGeom>
              <a:blipFill>
                <a:blip r:embed="rId71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7" name="文本框 1166">
                <a:extLst>
                  <a:ext uri="{FF2B5EF4-FFF2-40B4-BE49-F238E27FC236}">
                    <a16:creationId xmlns:a16="http://schemas.microsoft.com/office/drawing/2014/main" id="{21E63F33-76B3-41B2-B75C-02A131ECEA8A}"/>
                  </a:ext>
                </a:extLst>
              </p:cNvPr>
              <p:cNvSpPr txBox="1"/>
              <p:nvPr/>
            </p:nvSpPr>
            <p:spPr>
              <a:xfrm>
                <a:off x="13483915" y="3921669"/>
                <a:ext cx="89822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67" name="文本框 1166">
                <a:extLst>
                  <a:ext uri="{FF2B5EF4-FFF2-40B4-BE49-F238E27FC236}">
                    <a16:creationId xmlns:a16="http://schemas.microsoft.com/office/drawing/2014/main" id="{21E63F33-76B3-41B2-B75C-02A131ECE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3915" y="3921669"/>
                <a:ext cx="898223" cy="307777"/>
              </a:xfrm>
              <a:prstGeom prst="rect">
                <a:avLst/>
              </a:prstGeom>
              <a:blipFill>
                <a:blip r:embed="rId71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8" name="文本框 1167">
                <a:extLst>
                  <a:ext uri="{FF2B5EF4-FFF2-40B4-BE49-F238E27FC236}">
                    <a16:creationId xmlns:a16="http://schemas.microsoft.com/office/drawing/2014/main" id="{92AB1F9A-1132-4EB6-AA7A-E8AE3A14DBE7}"/>
                  </a:ext>
                </a:extLst>
              </p:cNvPr>
              <p:cNvSpPr txBox="1"/>
              <p:nvPr/>
            </p:nvSpPr>
            <p:spPr>
              <a:xfrm>
                <a:off x="13501282" y="4947016"/>
                <a:ext cx="89822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68" name="文本框 1167">
                <a:extLst>
                  <a:ext uri="{FF2B5EF4-FFF2-40B4-BE49-F238E27FC236}">
                    <a16:creationId xmlns:a16="http://schemas.microsoft.com/office/drawing/2014/main" id="{92AB1F9A-1132-4EB6-AA7A-E8AE3A14D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1282" y="4947016"/>
                <a:ext cx="898223" cy="307777"/>
              </a:xfrm>
              <a:prstGeom prst="rect">
                <a:avLst/>
              </a:prstGeom>
              <a:blipFill>
                <a:blip r:embed="rId7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9" name="文本框 1168">
                <a:extLst>
                  <a:ext uri="{FF2B5EF4-FFF2-40B4-BE49-F238E27FC236}">
                    <a16:creationId xmlns:a16="http://schemas.microsoft.com/office/drawing/2014/main" id="{A77C4AC1-9B4F-4844-9110-BCAEBD42DD6E}"/>
                  </a:ext>
                </a:extLst>
              </p:cNvPr>
              <p:cNvSpPr txBox="1"/>
              <p:nvPr/>
            </p:nvSpPr>
            <p:spPr>
              <a:xfrm>
                <a:off x="8025398" y="5966578"/>
                <a:ext cx="106046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69" name="文本框 1168">
                <a:extLst>
                  <a:ext uri="{FF2B5EF4-FFF2-40B4-BE49-F238E27FC236}">
                    <a16:creationId xmlns:a16="http://schemas.microsoft.com/office/drawing/2014/main" id="{A77C4AC1-9B4F-4844-9110-BCAEBD42D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5398" y="5966578"/>
                <a:ext cx="1060467" cy="307777"/>
              </a:xfrm>
              <a:prstGeom prst="rect">
                <a:avLst/>
              </a:prstGeom>
              <a:blipFill>
                <a:blip r:embed="rId7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0" name="文本框 1169">
                <a:extLst>
                  <a:ext uri="{FF2B5EF4-FFF2-40B4-BE49-F238E27FC236}">
                    <a16:creationId xmlns:a16="http://schemas.microsoft.com/office/drawing/2014/main" id="{C049DEF5-FB51-428E-A308-4926FAF578DC}"/>
                  </a:ext>
                </a:extLst>
              </p:cNvPr>
              <p:cNvSpPr txBox="1"/>
              <p:nvPr/>
            </p:nvSpPr>
            <p:spPr>
              <a:xfrm>
                <a:off x="8022222" y="6673902"/>
                <a:ext cx="106046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70" name="文本框 1169">
                <a:extLst>
                  <a:ext uri="{FF2B5EF4-FFF2-40B4-BE49-F238E27FC236}">
                    <a16:creationId xmlns:a16="http://schemas.microsoft.com/office/drawing/2014/main" id="{C049DEF5-FB51-428E-A308-4926FAF57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222" y="6673902"/>
                <a:ext cx="1060467" cy="307777"/>
              </a:xfrm>
              <a:prstGeom prst="rect">
                <a:avLst/>
              </a:prstGeom>
              <a:blipFill>
                <a:blip r:embed="rId7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1" name="文本框 1170">
                <a:extLst>
                  <a:ext uri="{FF2B5EF4-FFF2-40B4-BE49-F238E27FC236}">
                    <a16:creationId xmlns:a16="http://schemas.microsoft.com/office/drawing/2014/main" id="{D961E952-FB94-4C92-B4B7-2C65260ECB4D}"/>
                  </a:ext>
                </a:extLst>
              </p:cNvPr>
              <p:cNvSpPr txBox="1"/>
              <p:nvPr/>
            </p:nvSpPr>
            <p:spPr>
              <a:xfrm>
                <a:off x="2284626" y="9192073"/>
                <a:ext cx="106046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71" name="文本框 1170">
                <a:extLst>
                  <a:ext uri="{FF2B5EF4-FFF2-40B4-BE49-F238E27FC236}">
                    <a16:creationId xmlns:a16="http://schemas.microsoft.com/office/drawing/2014/main" id="{D961E952-FB94-4C92-B4B7-2C65260EC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626" y="9192073"/>
                <a:ext cx="1060467" cy="307777"/>
              </a:xfrm>
              <a:prstGeom prst="rect">
                <a:avLst/>
              </a:prstGeom>
              <a:blipFill>
                <a:blip r:embed="rId7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2" name="文本框 1171">
                <a:extLst>
                  <a:ext uri="{FF2B5EF4-FFF2-40B4-BE49-F238E27FC236}">
                    <a16:creationId xmlns:a16="http://schemas.microsoft.com/office/drawing/2014/main" id="{993EBB77-F530-4AA9-B636-14D39B990250}"/>
                  </a:ext>
                </a:extLst>
              </p:cNvPr>
              <p:cNvSpPr txBox="1"/>
              <p:nvPr/>
            </p:nvSpPr>
            <p:spPr>
              <a:xfrm>
                <a:off x="-669855" y="9202149"/>
                <a:ext cx="106046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72" name="文本框 1171">
                <a:extLst>
                  <a:ext uri="{FF2B5EF4-FFF2-40B4-BE49-F238E27FC236}">
                    <a16:creationId xmlns:a16="http://schemas.microsoft.com/office/drawing/2014/main" id="{993EBB77-F530-4AA9-B636-14D39B990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69855" y="9202149"/>
                <a:ext cx="1060467" cy="307777"/>
              </a:xfrm>
              <a:prstGeom prst="rect">
                <a:avLst/>
              </a:prstGeom>
              <a:blipFill>
                <a:blip r:embed="rId7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3" name="文本框 1172">
                <a:extLst>
                  <a:ext uri="{FF2B5EF4-FFF2-40B4-BE49-F238E27FC236}">
                    <a16:creationId xmlns:a16="http://schemas.microsoft.com/office/drawing/2014/main" id="{FFF2A757-AB78-45D6-8164-86ED60D823C6}"/>
                  </a:ext>
                </a:extLst>
              </p:cNvPr>
              <p:cNvSpPr txBox="1"/>
              <p:nvPr/>
            </p:nvSpPr>
            <p:spPr>
              <a:xfrm>
                <a:off x="462707" y="8196399"/>
                <a:ext cx="140855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73" name="文本框 1172">
                <a:extLst>
                  <a:ext uri="{FF2B5EF4-FFF2-40B4-BE49-F238E27FC236}">
                    <a16:creationId xmlns:a16="http://schemas.microsoft.com/office/drawing/2014/main" id="{FFF2A757-AB78-45D6-8164-86ED60D82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07" y="8196399"/>
                <a:ext cx="1408557" cy="307777"/>
              </a:xfrm>
              <a:prstGeom prst="rect">
                <a:avLst/>
              </a:prstGeom>
              <a:blipFill>
                <a:blip r:embed="rId7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4" name="文本框 1173">
                <a:extLst>
                  <a:ext uri="{FF2B5EF4-FFF2-40B4-BE49-F238E27FC236}">
                    <a16:creationId xmlns:a16="http://schemas.microsoft.com/office/drawing/2014/main" id="{6524B40B-93AB-495D-A7A5-12F22E3AC60B}"/>
                  </a:ext>
                </a:extLst>
              </p:cNvPr>
              <p:cNvSpPr txBox="1"/>
              <p:nvPr/>
            </p:nvSpPr>
            <p:spPr>
              <a:xfrm>
                <a:off x="1150168" y="11045401"/>
                <a:ext cx="106046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74" name="文本框 1173">
                <a:extLst>
                  <a:ext uri="{FF2B5EF4-FFF2-40B4-BE49-F238E27FC236}">
                    <a16:creationId xmlns:a16="http://schemas.microsoft.com/office/drawing/2014/main" id="{6524B40B-93AB-495D-A7A5-12F22E3AC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168" y="11045401"/>
                <a:ext cx="1060467" cy="307777"/>
              </a:xfrm>
              <a:prstGeom prst="rect">
                <a:avLst/>
              </a:prstGeom>
              <a:blipFill>
                <a:blip r:embed="rId7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5" name="直接箭头连接符 1174">
            <a:extLst>
              <a:ext uri="{FF2B5EF4-FFF2-40B4-BE49-F238E27FC236}">
                <a16:creationId xmlns:a16="http://schemas.microsoft.com/office/drawing/2014/main" id="{13C6E935-1730-402C-9305-EE68DDEE0A59}"/>
              </a:ext>
            </a:extLst>
          </p:cNvPr>
          <p:cNvCxnSpPr>
            <a:cxnSpLocks/>
            <a:stCxn id="966" idx="2"/>
            <a:endCxn id="965" idx="0"/>
          </p:cNvCxnSpPr>
          <p:nvPr/>
        </p:nvCxnSpPr>
        <p:spPr>
          <a:xfrm flipH="1">
            <a:off x="6201220" y="-1283212"/>
            <a:ext cx="289" cy="233868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6" name="直接箭头连接符 1175">
            <a:extLst>
              <a:ext uri="{FF2B5EF4-FFF2-40B4-BE49-F238E27FC236}">
                <a16:creationId xmlns:a16="http://schemas.microsoft.com/office/drawing/2014/main" id="{47967DC7-D470-4232-AC3B-B15CCDA901B4}"/>
              </a:ext>
            </a:extLst>
          </p:cNvPr>
          <p:cNvCxnSpPr>
            <a:cxnSpLocks/>
            <a:stCxn id="965" idx="2"/>
            <a:endCxn id="1042" idx="0"/>
          </p:cNvCxnSpPr>
          <p:nvPr/>
        </p:nvCxnSpPr>
        <p:spPr>
          <a:xfrm>
            <a:off x="6201220" y="-781608"/>
            <a:ext cx="577" cy="317042"/>
          </a:xfrm>
          <a:prstGeom prst="straightConnector1">
            <a:avLst/>
          </a:prstGeom>
          <a:ln w="19050">
            <a:solidFill>
              <a:srgbClr val="668A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7" name="文本框 1176">
                <a:extLst>
                  <a:ext uri="{FF2B5EF4-FFF2-40B4-BE49-F238E27FC236}">
                    <a16:creationId xmlns:a16="http://schemas.microsoft.com/office/drawing/2014/main" id="{FB66B210-9AC5-4F73-BE1D-A621EA3AACEB}"/>
                  </a:ext>
                </a:extLst>
              </p:cNvPr>
              <p:cNvSpPr txBox="1"/>
              <p:nvPr/>
            </p:nvSpPr>
            <p:spPr>
              <a:xfrm>
                <a:off x="3324431" y="5925765"/>
                <a:ext cx="97112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77" name="文本框 1176">
                <a:extLst>
                  <a:ext uri="{FF2B5EF4-FFF2-40B4-BE49-F238E27FC236}">
                    <a16:creationId xmlns:a16="http://schemas.microsoft.com/office/drawing/2014/main" id="{FB66B210-9AC5-4F73-BE1D-A621EA3AA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431" y="5925765"/>
                <a:ext cx="971128" cy="307777"/>
              </a:xfrm>
              <a:prstGeom prst="rect">
                <a:avLst/>
              </a:prstGeom>
              <a:blipFill>
                <a:blip r:embed="rId77"/>
                <a:stretch>
                  <a:fillRect r="-1250"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8" name="文本框 1177">
                <a:extLst>
                  <a:ext uri="{FF2B5EF4-FFF2-40B4-BE49-F238E27FC236}">
                    <a16:creationId xmlns:a16="http://schemas.microsoft.com/office/drawing/2014/main" id="{8AA65D6C-5B95-461B-AB37-16AC702C7610}"/>
                  </a:ext>
                </a:extLst>
              </p:cNvPr>
              <p:cNvSpPr txBox="1"/>
              <p:nvPr/>
            </p:nvSpPr>
            <p:spPr>
              <a:xfrm>
                <a:off x="2035913" y="5653088"/>
                <a:ext cx="95008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78" name="文本框 1177">
                <a:extLst>
                  <a:ext uri="{FF2B5EF4-FFF2-40B4-BE49-F238E27FC236}">
                    <a16:creationId xmlns:a16="http://schemas.microsoft.com/office/drawing/2014/main" id="{8AA65D6C-5B95-461B-AB37-16AC702C7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913" y="5653088"/>
                <a:ext cx="950089" cy="307777"/>
              </a:xfrm>
              <a:prstGeom prst="rect">
                <a:avLst/>
              </a:prstGeom>
              <a:blipFill>
                <a:blip r:embed="rId78"/>
                <a:stretch>
                  <a:fillRect r="-1282"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9" name="文本框 1178">
                <a:extLst>
                  <a:ext uri="{FF2B5EF4-FFF2-40B4-BE49-F238E27FC236}">
                    <a16:creationId xmlns:a16="http://schemas.microsoft.com/office/drawing/2014/main" id="{47E27A2E-A415-4E49-9A4B-D66F08A401AB}"/>
                  </a:ext>
                </a:extLst>
              </p:cNvPr>
              <p:cNvSpPr txBox="1"/>
              <p:nvPr/>
            </p:nvSpPr>
            <p:spPr>
              <a:xfrm>
                <a:off x="-792598" y="5672601"/>
                <a:ext cx="95008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79" name="文本框 1178">
                <a:extLst>
                  <a:ext uri="{FF2B5EF4-FFF2-40B4-BE49-F238E27FC236}">
                    <a16:creationId xmlns:a16="http://schemas.microsoft.com/office/drawing/2014/main" id="{47E27A2E-A415-4E49-9A4B-D66F08A40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2598" y="5672601"/>
                <a:ext cx="950089" cy="307777"/>
              </a:xfrm>
              <a:prstGeom prst="rect">
                <a:avLst/>
              </a:prstGeom>
              <a:blipFill>
                <a:blip r:embed="rId79"/>
                <a:stretch>
                  <a:fillRect r="-1282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0" name="文本框 1179">
                <a:extLst>
                  <a:ext uri="{FF2B5EF4-FFF2-40B4-BE49-F238E27FC236}">
                    <a16:creationId xmlns:a16="http://schemas.microsoft.com/office/drawing/2014/main" id="{9F498449-7FD3-4D04-8064-99D44BED9499}"/>
                  </a:ext>
                </a:extLst>
              </p:cNvPr>
              <p:cNvSpPr txBox="1"/>
              <p:nvPr/>
            </p:nvSpPr>
            <p:spPr>
              <a:xfrm>
                <a:off x="711861" y="5522111"/>
                <a:ext cx="95008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80" name="文本框 1179">
                <a:extLst>
                  <a:ext uri="{FF2B5EF4-FFF2-40B4-BE49-F238E27FC236}">
                    <a16:creationId xmlns:a16="http://schemas.microsoft.com/office/drawing/2014/main" id="{9F498449-7FD3-4D04-8064-99D44BED9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61" y="5522111"/>
                <a:ext cx="950089" cy="307777"/>
              </a:xfrm>
              <a:prstGeom prst="rect">
                <a:avLst/>
              </a:prstGeom>
              <a:blipFill>
                <a:blip r:embed="rId80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1" name="文本框 1180">
                <a:extLst>
                  <a:ext uri="{FF2B5EF4-FFF2-40B4-BE49-F238E27FC236}">
                    <a16:creationId xmlns:a16="http://schemas.microsoft.com/office/drawing/2014/main" id="{1325C7B9-3A11-4C67-A3B1-F90FDF5BFDA5}"/>
                  </a:ext>
                </a:extLst>
              </p:cNvPr>
              <p:cNvSpPr txBox="1"/>
              <p:nvPr/>
            </p:nvSpPr>
            <p:spPr>
              <a:xfrm>
                <a:off x="1077460" y="3048831"/>
                <a:ext cx="11282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81" name="文本框 1180">
                <a:extLst>
                  <a:ext uri="{FF2B5EF4-FFF2-40B4-BE49-F238E27FC236}">
                    <a16:creationId xmlns:a16="http://schemas.microsoft.com/office/drawing/2014/main" id="{1325C7B9-3A11-4C67-A3B1-F90FDF5BF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460" y="3048831"/>
                <a:ext cx="1128220" cy="307777"/>
              </a:xfrm>
              <a:prstGeom prst="rect">
                <a:avLst/>
              </a:prstGeom>
              <a:blipFill>
                <a:blip r:embed="rId81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2" name="文本框 1181">
                <a:extLst>
                  <a:ext uri="{FF2B5EF4-FFF2-40B4-BE49-F238E27FC236}">
                    <a16:creationId xmlns:a16="http://schemas.microsoft.com/office/drawing/2014/main" id="{58797D24-9186-4228-AC40-A6AEB946FD8E}"/>
                  </a:ext>
                </a:extLst>
              </p:cNvPr>
              <p:cNvSpPr txBox="1"/>
              <p:nvPr/>
            </p:nvSpPr>
            <p:spPr>
              <a:xfrm>
                <a:off x="1283335" y="-205111"/>
                <a:ext cx="109613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82" name="文本框 1181">
                <a:extLst>
                  <a:ext uri="{FF2B5EF4-FFF2-40B4-BE49-F238E27FC236}">
                    <a16:creationId xmlns:a16="http://schemas.microsoft.com/office/drawing/2014/main" id="{58797D24-9186-4228-AC40-A6AEB946F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35" y="-205111"/>
                <a:ext cx="1096139" cy="307777"/>
              </a:xfrm>
              <a:prstGeom prst="rect">
                <a:avLst/>
              </a:prstGeom>
              <a:blipFill>
                <a:blip r:embed="rId82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3" name="文本框 1182">
                <a:extLst>
                  <a:ext uri="{FF2B5EF4-FFF2-40B4-BE49-F238E27FC236}">
                    <a16:creationId xmlns:a16="http://schemas.microsoft.com/office/drawing/2014/main" id="{04C5C6C2-4B79-4E7C-A8E8-3866E452D958}"/>
                  </a:ext>
                </a:extLst>
              </p:cNvPr>
              <p:cNvSpPr txBox="1"/>
              <p:nvPr/>
            </p:nvSpPr>
            <p:spPr>
              <a:xfrm>
                <a:off x="2716524" y="-955663"/>
                <a:ext cx="109422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83" name="文本框 1182">
                <a:extLst>
                  <a:ext uri="{FF2B5EF4-FFF2-40B4-BE49-F238E27FC236}">
                    <a16:creationId xmlns:a16="http://schemas.microsoft.com/office/drawing/2014/main" id="{04C5C6C2-4B79-4E7C-A8E8-3866E452D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524" y="-955663"/>
                <a:ext cx="1094224" cy="307777"/>
              </a:xfrm>
              <a:prstGeom prst="rect">
                <a:avLst/>
              </a:prstGeom>
              <a:blipFill>
                <a:blip r:embed="rId8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4" name="文本框 1183">
                <a:extLst>
                  <a:ext uri="{FF2B5EF4-FFF2-40B4-BE49-F238E27FC236}">
                    <a16:creationId xmlns:a16="http://schemas.microsoft.com/office/drawing/2014/main" id="{B03527F3-62AB-4AFD-854F-B4648DD1C95D}"/>
                  </a:ext>
                </a:extLst>
              </p:cNvPr>
              <p:cNvSpPr txBox="1"/>
              <p:nvPr/>
            </p:nvSpPr>
            <p:spPr>
              <a:xfrm>
                <a:off x="-1158522" y="-969357"/>
                <a:ext cx="109422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𝐓</m:t>
                      </m:r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84" name="文本框 1183">
                <a:extLst>
                  <a:ext uri="{FF2B5EF4-FFF2-40B4-BE49-F238E27FC236}">
                    <a16:creationId xmlns:a16="http://schemas.microsoft.com/office/drawing/2014/main" id="{B03527F3-62AB-4AFD-854F-B4648DD1C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58522" y="-969357"/>
                <a:ext cx="1094224" cy="307777"/>
              </a:xfrm>
              <a:prstGeom prst="rect">
                <a:avLst/>
              </a:prstGeom>
              <a:blipFill>
                <a:blip r:embed="rId8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5" name="文本框 1184">
                <a:extLst>
                  <a:ext uri="{FF2B5EF4-FFF2-40B4-BE49-F238E27FC236}">
                    <a16:creationId xmlns:a16="http://schemas.microsoft.com/office/drawing/2014/main" id="{756D63DB-8FDB-4112-9AA1-E7830954FB34}"/>
                  </a:ext>
                </a:extLst>
              </p:cNvPr>
              <p:cNvSpPr txBox="1"/>
              <p:nvPr/>
            </p:nvSpPr>
            <p:spPr>
              <a:xfrm>
                <a:off x="4999881" y="2571601"/>
                <a:ext cx="12249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85" name="文本框 1184">
                <a:extLst>
                  <a:ext uri="{FF2B5EF4-FFF2-40B4-BE49-F238E27FC236}">
                    <a16:creationId xmlns:a16="http://schemas.microsoft.com/office/drawing/2014/main" id="{756D63DB-8FDB-4112-9AA1-E7830954F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881" y="2571601"/>
                <a:ext cx="1224984" cy="307777"/>
              </a:xfrm>
              <a:prstGeom prst="rect">
                <a:avLst/>
              </a:prstGeom>
              <a:blipFill>
                <a:blip r:embed="rId8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6" name="文本框 1185">
                <a:extLst>
                  <a:ext uri="{FF2B5EF4-FFF2-40B4-BE49-F238E27FC236}">
                    <a16:creationId xmlns:a16="http://schemas.microsoft.com/office/drawing/2014/main" id="{A3C3426B-6CC3-4CD4-9E4B-7FE47D16FDAB}"/>
                  </a:ext>
                </a:extLst>
              </p:cNvPr>
              <p:cNvSpPr txBox="1"/>
              <p:nvPr/>
            </p:nvSpPr>
            <p:spPr>
              <a:xfrm>
                <a:off x="5022583" y="4646817"/>
                <a:ext cx="12249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86" name="文本框 1185">
                <a:extLst>
                  <a:ext uri="{FF2B5EF4-FFF2-40B4-BE49-F238E27FC236}">
                    <a16:creationId xmlns:a16="http://schemas.microsoft.com/office/drawing/2014/main" id="{A3C3426B-6CC3-4CD4-9E4B-7FE47D16F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83" y="4646817"/>
                <a:ext cx="1224984" cy="307777"/>
              </a:xfrm>
              <a:prstGeom prst="rect">
                <a:avLst/>
              </a:prstGeom>
              <a:blipFill>
                <a:blip r:embed="rId86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7" name="文本框 1186">
                <a:extLst>
                  <a:ext uri="{FF2B5EF4-FFF2-40B4-BE49-F238E27FC236}">
                    <a16:creationId xmlns:a16="http://schemas.microsoft.com/office/drawing/2014/main" id="{CDC45160-9EF9-4910-9BBE-E6E8AEBD3107}"/>
                  </a:ext>
                </a:extLst>
              </p:cNvPr>
              <p:cNvSpPr txBox="1"/>
              <p:nvPr/>
            </p:nvSpPr>
            <p:spPr>
              <a:xfrm>
                <a:off x="9007207" y="3349971"/>
                <a:ext cx="113209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87" name="文本框 1186">
                <a:extLst>
                  <a:ext uri="{FF2B5EF4-FFF2-40B4-BE49-F238E27FC236}">
                    <a16:creationId xmlns:a16="http://schemas.microsoft.com/office/drawing/2014/main" id="{CDC45160-9EF9-4910-9BBE-E6E8AEBD3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7207" y="3349971"/>
                <a:ext cx="1132097" cy="307777"/>
              </a:xfrm>
              <a:prstGeom prst="rect">
                <a:avLst/>
              </a:prstGeom>
              <a:blipFill>
                <a:blip r:embed="rId8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8" name="文本框 1187">
                <a:extLst>
                  <a:ext uri="{FF2B5EF4-FFF2-40B4-BE49-F238E27FC236}">
                    <a16:creationId xmlns:a16="http://schemas.microsoft.com/office/drawing/2014/main" id="{93AC9162-DEE4-4FA5-AB91-117C67ACE35C}"/>
                  </a:ext>
                </a:extLst>
              </p:cNvPr>
              <p:cNvSpPr txBox="1"/>
              <p:nvPr/>
            </p:nvSpPr>
            <p:spPr>
              <a:xfrm>
                <a:off x="9005358" y="4888224"/>
                <a:ext cx="113209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4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𝐁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𝐍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𝐓</m:t>
                          </m:r>
                        </m:e>
                        <m:sub>
                          <m:r>
                            <a:rPr lang="en-US" altLang="zh-CN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𝐃</m:t>
                      </m:r>
                      <m:r>
                        <a:rPr lang="en-US" altLang="zh-CN" sz="1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188" name="文本框 1187">
                <a:extLst>
                  <a:ext uri="{FF2B5EF4-FFF2-40B4-BE49-F238E27FC236}">
                    <a16:creationId xmlns:a16="http://schemas.microsoft.com/office/drawing/2014/main" id="{93AC9162-DEE4-4FA5-AB91-117C67ACE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358" y="4888224"/>
                <a:ext cx="1132097" cy="307777"/>
              </a:xfrm>
              <a:prstGeom prst="rect">
                <a:avLst/>
              </a:prstGeom>
              <a:blipFill>
                <a:blip r:embed="rId8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9" name="矩形: 圆角 1188">
            <a:extLst>
              <a:ext uri="{FF2B5EF4-FFF2-40B4-BE49-F238E27FC236}">
                <a16:creationId xmlns:a16="http://schemas.microsoft.com/office/drawing/2014/main" id="{0E28F401-FE34-4524-9B6D-94415A4216FB}"/>
              </a:ext>
            </a:extLst>
          </p:cNvPr>
          <p:cNvSpPr/>
          <p:nvPr/>
        </p:nvSpPr>
        <p:spPr>
          <a:xfrm rot="5400000">
            <a:off x="5555007" y="9451703"/>
            <a:ext cx="2367364" cy="869550"/>
          </a:xfrm>
          <a:prstGeom prst="roundRect">
            <a:avLst>
              <a:gd name="adj" fmla="val 7269"/>
            </a:avLst>
          </a:prstGeom>
          <a:solidFill>
            <a:srgbClr val="FFF7F7"/>
          </a:solidFill>
          <a:ln w="25400">
            <a:solidFill>
              <a:srgbClr val="FFB9B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Overlapping area gating 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0" name="矩形: 圆角 1189">
                <a:extLst>
                  <a:ext uri="{FF2B5EF4-FFF2-40B4-BE49-F238E27FC236}">
                    <a16:creationId xmlns:a16="http://schemas.microsoft.com/office/drawing/2014/main" id="{4AFDD2B7-C95C-403C-82DD-07A4BAC9629B}"/>
                  </a:ext>
                </a:extLst>
              </p:cNvPr>
              <p:cNvSpPr/>
              <p:nvPr/>
            </p:nvSpPr>
            <p:spPr>
              <a:xfrm>
                <a:off x="4971447" y="9113061"/>
                <a:ext cx="1135847" cy="1598701"/>
              </a:xfrm>
              <a:prstGeom prst="roundRect">
                <a:avLst>
                  <a:gd name="adj" fmla="val 4671"/>
                </a:avLst>
              </a:prstGeom>
              <a:solidFill>
                <a:schemeClr val="bg1"/>
              </a:solidFill>
              <a:ln w="25400">
                <a:solidFill>
                  <a:schemeClr val="accent1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</m:e>
                          </m:acc>
                        </m:e>
                        <m:sub>
                          <m:r>
                            <a:rPr lang="en-US" altLang="zh-CN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𝐅𝐢𝐫𝐬𝐭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𝑿</m:t>
                              </m:r>
                            </m:e>
                          </m:acc>
                        </m:e>
                        <m:sub>
                          <m:r>
                            <a:rPr lang="en-US" altLang="zh-CN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𝐒𝐞𝐜𝐨𝐧𝐝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p>
                    </m:oMath>
                  </m:oMathPara>
                </a14:m>
                <a:endParaRPr lang="en-US" altLang="zh-CN" b="1" i="1" dirty="0">
                  <a:solidFill>
                    <a:schemeClr val="accent2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</m:t>
                          </m:r>
                        </m:e>
                        <m:sup>
                          <m:r>
                            <a:rPr lang="en-US" altLang="zh-CN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𝐕𝐨𝐥</m:t>
                          </m:r>
                        </m:sup>
                      </m:sSup>
                    </m:oMath>
                  </m:oMathPara>
                </a14:m>
                <a:endParaRPr lang="zh-CN" altLang="en-US" dirty="0">
                  <a:solidFill>
                    <a:srgbClr val="646BFC"/>
                  </a:solidFill>
                </a:endParaRPr>
              </a:p>
            </p:txBody>
          </p:sp>
        </mc:Choice>
        <mc:Fallback xmlns="">
          <p:sp>
            <p:nvSpPr>
              <p:cNvPr id="1190" name="矩形: 圆角 1189">
                <a:extLst>
                  <a:ext uri="{FF2B5EF4-FFF2-40B4-BE49-F238E27FC236}">
                    <a16:creationId xmlns:a16="http://schemas.microsoft.com/office/drawing/2014/main" id="{4AFDD2B7-C95C-403C-82DD-07A4BAC962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447" y="9113061"/>
                <a:ext cx="1135847" cy="1598701"/>
              </a:xfrm>
              <a:prstGeom prst="roundRect">
                <a:avLst>
                  <a:gd name="adj" fmla="val 4671"/>
                </a:avLst>
              </a:prstGeom>
              <a:blipFill>
                <a:blip r:embed="rId89"/>
                <a:stretch>
                  <a:fillRect/>
                </a:stretch>
              </a:blipFill>
              <a:ln w="25400">
                <a:solidFill>
                  <a:schemeClr val="accent1">
                    <a:lumMod val="40000"/>
                    <a:lumOff val="60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1" name="箭头: 下 1190">
            <a:extLst>
              <a:ext uri="{FF2B5EF4-FFF2-40B4-BE49-F238E27FC236}">
                <a16:creationId xmlns:a16="http://schemas.microsoft.com/office/drawing/2014/main" id="{E85A17A7-5A4B-4AEC-BFCA-1C9E40DA73D6}"/>
              </a:ext>
            </a:extLst>
          </p:cNvPr>
          <p:cNvSpPr/>
          <p:nvPr/>
        </p:nvSpPr>
        <p:spPr>
          <a:xfrm rot="16200000">
            <a:off x="5978502" y="9818423"/>
            <a:ext cx="243840" cy="299484"/>
          </a:xfrm>
          <a:prstGeom prst="downArrow">
            <a:avLst/>
          </a:prstGeom>
          <a:gradFill>
            <a:gsLst>
              <a:gs pos="20000">
                <a:schemeClr val="accent1">
                  <a:lumMod val="20000"/>
                  <a:lumOff val="80000"/>
                </a:schemeClr>
              </a:gs>
              <a:gs pos="76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2" name="文本框 1191">
                <a:extLst>
                  <a:ext uri="{FF2B5EF4-FFF2-40B4-BE49-F238E27FC236}">
                    <a16:creationId xmlns:a16="http://schemas.microsoft.com/office/drawing/2014/main" id="{4D117BFE-394D-4D75-8B70-AB6CE46D2E22}"/>
                  </a:ext>
                </a:extLst>
              </p:cNvPr>
              <p:cNvSpPr txBox="1"/>
              <p:nvPr/>
            </p:nvSpPr>
            <p:spPr>
              <a:xfrm>
                <a:off x="9880865" y="9859499"/>
                <a:ext cx="262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92" name="文本框 1191">
                <a:extLst>
                  <a:ext uri="{FF2B5EF4-FFF2-40B4-BE49-F238E27FC236}">
                    <a16:creationId xmlns:a16="http://schemas.microsoft.com/office/drawing/2014/main" id="{4D117BFE-394D-4D75-8B70-AB6CE46D2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0865" y="9859499"/>
                <a:ext cx="262892" cy="276999"/>
              </a:xfrm>
              <a:prstGeom prst="rect">
                <a:avLst/>
              </a:prstGeom>
              <a:blipFill>
                <a:blip r:embed="rId90"/>
                <a:stretch>
                  <a:fillRect l="-23256" r="-23256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3" name="文本框 1192">
                <a:extLst>
                  <a:ext uri="{FF2B5EF4-FFF2-40B4-BE49-F238E27FC236}">
                    <a16:creationId xmlns:a16="http://schemas.microsoft.com/office/drawing/2014/main" id="{5A9C8277-639C-458C-ACA1-21DBADF6EEF0}"/>
                  </a:ext>
                </a:extLst>
              </p:cNvPr>
              <p:cNvSpPr txBox="1"/>
              <p:nvPr/>
            </p:nvSpPr>
            <p:spPr>
              <a:xfrm>
                <a:off x="9007897" y="9307380"/>
                <a:ext cx="6904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𝐋𝐞𝐟𝐭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3" name="文本框 1192">
                <a:extLst>
                  <a:ext uri="{FF2B5EF4-FFF2-40B4-BE49-F238E27FC236}">
                    <a16:creationId xmlns:a16="http://schemas.microsoft.com/office/drawing/2014/main" id="{5A9C8277-639C-458C-ACA1-21DBADF6E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7897" y="9307380"/>
                <a:ext cx="690442" cy="369332"/>
              </a:xfrm>
              <a:prstGeom prst="rect">
                <a:avLst/>
              </a:prstGeom>
              <a:blipFill>
                <a:blip r:embed="rId9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4" name="文本框 1193">
                <a:extLst>
                  <a:ext uri="{FF2B5EF4-FFF2-40B4-BE49-F238E27FC236}">
                    <a16:creationId xmlns:a16="http://schemas.microsoft.com/office/drawing/2014/main" id="{9B964B1C-7993-471A-B50B-C20F8201038A}"/>
                  </a:ext>
                </a:extLst>
              </p:cNvPr>
              <p:cNvSpPr txBox="1"/>
              <p:nvPr/>
            </p:nvSpPr>
            <p:spPr>
              <a:xfrm>
                <a:off x="9001547" y="9783630"/>
                <a:ext cx="6904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𝐌𝐢𝐝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4" name="文本框 1193">
                <a:extLst>
                  <a:ext uri="{FF2B5EF4-FFF2-40B4-BE49-F238E27FC236}">
                    <a16:creationId xmlns:a16="http://schemas.microsoft.com/office/drawing/2014/main" id="{9B964B1C-7993-471A-B50B-C20F82010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547" y="9783630"/>
                <a:ext cx="690442" cy="369332"/>
              </a:xfrm>
              <a:prstGeom prst="rect">
                <a:avLst/>
              </a:prstGeom>
              <a:blipFill>
                <a:blip r:embed="rId9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5" name="文本框 1194">
                <a:extLst>
                  <a:ext uri="{FF2B5EF4-FFF2-40B4-BE49-F238E27FC236}">
                    <a16:creationId xmlns:a16="http://schemas.microsoft.com/office/drawing/2014/main" id="{A39F3C72-67DD-4C5F-B1A5-7971AC5379FA}"/>
                  </a:ext>
                </a:extLst>
              </p:cNvPr>
              <p:cNvSpPr txBox="1"/>
              <p:nvPr/>
            </p:nvSpPr>
            <p:spPr>
              <a:xfrm>
                <a:off x="8988847" y="10253530"/>
                <a:ext cx="690442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𝐑𝐢𝐠𝐡𝐭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5" name="文本框 1194">
                <a:extLst>
                  <a:ext uri="{FF2B5EF4-FFF2-40B4-BE49-F238E27FC236}">
                    <a16:creationId xmlns:a16="http://schemas.microsoft.com/office/drawing/2014/main" id="{A39F3C72-67DD-4C5F-B1A5-7971AC537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8847" y="10253530"/>
                <a:ext cx="690442" cy="395621"/>
              </a:xfrm>
              <a:prstGeom prst="rect">
                <a:avLst/>
              </a:prstGeom>
              <a:blipFill>
                <a:blip r:embed="rId93"/>
                <a:stretch>
                  <a:fillRect r="-11504" b="-1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6" name="文本框 1195">
                <a:extLst>
                  <a:ext uri="{FF2B5EF4-FFF2-40B4-BE49-F238E27FC236}">
                    <a16:creationId xmlns:a16="http://schemas.microsoft.com/office/drawing/2014/main" id="{3BDCF2D4-400F-47C2-B83C-6B45E69AB665}"/>
                  </a:ext>
                </a:extLst>
              </p:cNvPr>
              <p:cNvSpPr txBox="1"/>
              <p:nvPr/>
            </p:nvSpPr>
            <p:spPr>
              <a:xfrm>
                <a:off x="10288845" y="9844868"/>
                <a:ext cx="8273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𝐅𝐮𝐬𝐢𝐨𝐧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6" name="文本框 1195">
                <a:extLst>
                  <a:ext uri="{FF2B5EF4-FFF2-40B4-BE49-F238E27FC236}">
                    <a16:creationId xmlns:a16="http://schemas.microsoft.com/office/drawing/2014/main" id="{3BDCF2D4-400F-47C2-B83C-6B45E69AB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8845" y="9844868"/>
                <a:ext cx="827333" cy="369332"/>
              </a:xfrm>
              <a:prstGeom prst="rect">
                <a:avLst/>
              </a:prstGeom>
              <a:blipFill>
                <a:blip r:embed="rId94"/>
                <a:stretch>
                  <a:fillRect r="-4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7" name="矩形: 圆角 1196">
            <a:extLst>
              <a:ext uri="{FF2B5EF4-FFF2-40B4-BE49-F238E27FC236}">
                <a16:creationId xmlns:a16="http://schemas.microsoft.com/office/drawing/2014/main" id="{B466AB86-9C35-4C16-BAF3-4693DBD3A395}"/>
              </a:ext>
            </a:extLst>
          </p:cNvPr>
          <p:cNvSpPr/>
          <p:nvPr/>
        </p:nvSpPr>
        <p:spPr>
          <a:xfrm rot="5400000">
            <a:off x="7153481" y="9243419"/>
            <a:ext cx="1959600" cy="1698884"/>
          </a:xfrm>
          <a:prstGeom prst="roundRect">
            <a:avLst>
              <a:gd name="adj" fmla="val 1865"/>
            </a:avLst>
          </a:prstGeom>
          <a:solidFill>
            <a:schemeClr val="bg1"/>
          </a:solidFill>
          <a:ln w="25400">
            <a:gradFill>
              <a:gsLst>
                <a:gs pos="21000">
                  <a:srgbClr val="A9D18E"/>
                </a:gs>
                <a:gs pos="59000">
                  <a:srgbClr val="FFE699"/>
                </a:gs>
                <a:gs pos="87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8" name="矩形: 圆角 1197">
                <a:extLst>
                  <a:ext uri="{FF2B5EF4-FFF2-40B4-BE49-F238E27FC236}">
                    <a16:creationId xmlns:a16="http://schemas.microsoft.com/office/drawing/2014/main" id="{3B454A5E-3A84-466D-913E-DE160382FD63}"/>
                  </a:ext>
                </a:extLst>
              </p:cNvPr>
              <p:cNvSpPr/>
              <p:nvPr/>
            </p:nvSpPr>
            <p:spPr>
              <a:xfrm>
                <a:off x="7538882" y="10548057"/>
                <a:ext cx="1199695" cy="401908"/>
              </a:xfrm>
              <a:prstGeom prst="roundRect">
                <a:avLst>
                  <a:gd name="adj" fmla="val 4671"/>
                </a:avLst>
              </a:prstGeom>
              <a:gradFill>
                <a:gsLst>
                  <a:gs pos="55000">
                    <a:schemeClr val="bg1"/>
                  </a:gs>
                  <a:gs pos="24000">
                    <a:schemeClr val="bg1"/>
                  </a:gs>
                  <a:gs pos="89000">
                    <a:schemeClr val="accent5"/>
                  </a:gs>
                </a:gsLst>
                <a:lin ang="0" scaled="0"/>
              </a:gradFill>
              <a:ln w="254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0" scaled="0"/>
                </a:gra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𝐌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𝐒𝐞𝐜𝐨𝐧𝐝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98" name="矩形: 圆角 1197">
                <a:extLst>
                  <a:ext uri="{FF2B5EF4-FFF2-40B4-BE49-F238E27FC236}">
                    <a16:creationId xmlns:a16="http://schemas.microsoft.com/office/drawing/2014/main" id="{3B454A5E-3A84-466D-913E-DE160382FD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882" y="10548057"/>
                <a:ext cx="1199695" cy="401908"/>
              </a:xfrm>
              <a:prstGeom prst="roundRect">
                <a:avLst>
                  <a:gd name="adj" fmla="val 4671"/>
                </a:avLst>
              </a:prstGeom>
              <a:blipFill>
                <a:blip r:embed="rId95"/>
                <a:stretch>
                  <a:fillRect/>
                </a:stretch>
              </a:blipFill>
              <a:ln w="254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0" scaled="0"/>
                </a:gra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9" name="直接箭头连接符 1198">
            <a:extLst>
              <a:ext uri="{FF2B5EF4-FFF2-40B4-BE49-F238E27FC236}">
                <a16:creationId xmlns:a16="http://schemas.microsoft.com/office/drawing/2014/main" id="{58307F5E-3592-424A-BF62-5CDA58D2D9BE}"/>
              </a:ext>
            </a:extLst>
          </p:cNvPr>
          <p:cNvCxnSpPr>
            <a:cxnSpLocks/>
          </p:cNvCxnSpPr>
          <p:nvPr/>
        </p:nvCxnSpPr>
        <p:spPr>
          <a:xfrm>
            <a:off x="7706042" y="9295299"/>
            <a:ext cx="0" cy="1983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0" name="直接箭头连接符 1199">
            <a:extLst>
              <a:ext uri="{FF2B5EF4-FFF2-40B4-BE49-F238E27FC236}">
                <a16:creationId xmlns:a16="http://schemas.microsoft.com/office/drawing/2014/main" id="{36BEB85E-EF86-4D23-B6DD-8B2110622757}"/>
              </a:ext>
            </a:extLst>
          </p:cNvPr>
          <p:cNvCxnSpPr>
            <a:cxnSpLocks/>
            <a:endCxn id="1202" idx="0"/>
          </p:cNvCxnSpPr>
          <p:nvPr/>
        </p:nvCxnSpPr>
        <p:spPr>
          <a:xfrm>
            <a:off x="8142365" y="9295299"/>
            <a:ext cx="2269" cy="7172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1" name="直接箭头连接符 1200">
            <a:extLst>
              <a:ext uri="{FF2B5EF4-FFF2-40B4-BE49-F238E27FC236}">
                <a16:creationId xmlns:a16="http://schemas.microsoft.com/office/drawing/2014/main" id="{93AB7578-4B1B-47F3-AC82-AAC8E17FDB5A}"/>
              </a:ext>
            </a:extLst>
          </p:cNvPr>
          <p:cNvCxnSpPr>
            <a:cxnSpLocks/>
          </p:cNvCxnSpPr>
          <p:nvPr/>
        </p:nvCxnSpPr>
        <p:spPr>
          <a:xfrm flipH="1">
            <a:off x="8548223" y="9295299"/>
            <a:ext cx="1" cy="125275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2" name="矩形: 圆角 1201">
                <a:extLst>
                  <a:ext uri="{FF2B5EF4-FFF2-40B4-BE49-F238E27FC236}">
                    <a16:creationId xmlns:a16="http://schemas.microsoft.com/office/drawing/2014/main" id="{390A652E-9F2A-459D-A8DE-9F8C37031D21}"/>
                  </a:ext>
                </a:extLst>
              </p:cNvPr>
              <p:cNvSpPr/>
              <p:nvPr/>
            </p:nvSpPr>
            <p:spPr>
              <a:xfrm>
                <a:off x="7538883" y="10012595"/>
                <a:ext cx="1211502" cy="401908"/>
              </a:xfrm>
              <a:prstGeom prst="roundRect">
                <a:avLst>
                  <a:gd name="adj" fmla="val 4671"/>
                </a:avLst>
              </a:prstGeom>
              <a:gradFill>
                <a:gsLst>
                  <a:gs pos="55000">
                    <a:schemeClr val="accent4">
                      <a:lumMod val="40000"/>
                      <a:lumOff val="60000"/>
                    </a:schemeClr>
                  </a:gs>
                  <a:gs pos="31000">
                    <a:schemeClr val="bg1"/>
                  </a:gs>
                  <a:gs pos="75000">
                    <a:schemeClr val="bg1"/>
                  </a:gs>
                </a:gsLst>
                <a:lin ang="0" scaled="0"/>
              </a:gradFill>
              <a:ln w="25400">
                <a:gradFill>
                  <a:gsLst>
                    <a:gs pos="26000">
                      <a:schemeClr val="bg1">
                        <a:lumMod val="95000"/>
                      </a:schemeClr>
                    </a:gs>
                    <a:gs pos="51000">
                      <a:schemeClr val="accent4"/>
                    </a:gs>
                    <a:gs pos="73000">
                      <a:schemeClr val="bg1">
                        <a:lumMod val="95000"/>
                      </a:schemeClr>
                    </a:gs>
                  </a:gsLst>
                  <a:lin ang="0" scaled="0"/>
                </a:gra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𝐌</m:t>
                          </m:r>
                        </m:e>
                        <m:sub>
                          <m:r>
                            <a:rPr lang="en-US" altLang="zh-CN" b="1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𝐎𝐯𝐞𝐫</m:t>
                          </m:r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𝐥𝐚𝐩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02" name="矩形: 圆角 1201">
                <a:extLst>
                  <a:ext uri="{FF2B5EF4-FFF2-40B4-BE49-F238E27FC236}">
                    <a16:creationId xmlns:a16="http://schemas.microsoft.com/office/drawing/2014/main" id="{390A652E-9F2A-459D-A8DE-9F8C37031D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883" y="10012595"/>
                <a:ext cx="1211502" cy="401908"/>
              </a:xfrm>
              <a:prstGeom prst="roundRect">
                <a:avLst>
                  <a:gd name="adj" fmla="val 4671"/>
                </a:avLst>
              </a:prstGeom>
              <a:blipFill>
                <a:blip r:embed="rId96"/>
                <a:stretch>
                  <a:fillRect b="-7143"/>
                </a:stretch>
              </a:blipFill>
              <a:ln w="25400">
                <a:gradFill>
                  <a:gsLst>
                    <a:gs pos="26000">
                      <a:schemeClr val="bg1">
                        <a:lumMod val="95000"/>
                      </a:schemeClr>
                    </a:gs>
                    <a:gs pos="51000">
                      <a:schemeClr val="accent4"/>
                    </a:gs>
                    <a:gs pos="73000">
                      <a:schemeClr val="bg1">
                        <a:lumMod val="95000"/>
                      </a:schemeClr>
                    </a:gs>
                  </a:gsLst>
                  <a:lin ang="0" scaled="0"/>
                </a:gra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3" name="矩形: 圆角 1202">
                <a:extLst>
                  <a:ext uri="{FF2B5EF4-FFF2-40B4-BE49-F238E27FC236}">
                    <a16:creationId xmlns:a16="http://schemas.microsoft.com/office/drawing/2014/main" id="{AA2064E0-6553-4081-ACF6-DF1A7FF1D099}"/>
                  </a:ext>
                </a:extLst>
              </p:cNvPr>
              <p:cNvSpPr/>
              <p:nvPr/>
            </p:nvSpPr>
            <p:spPr>
              <a:xfrm>
                <a:off x="7538882" y="9476463"/>
                <a:ext cx="1211502" cy="401908"/>
              </a:xfrm>
              <a:prstGeom prst="roundRect">
                <a:avLst>
                  <a:gd name="adj" fmla="val 4671"/>
                </a:avLst>
              </a:prstGeom>
              <a:gradFill>
                <a:gsLst>
                  <a:gs pos="55000">
                    <a:schemeClr val="bg1"/>
                  </a:gs>
                  <a:gs pos="24000">
                    <a:schemeClr val="accent6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 w="25400">
                <a:gradFill>
                  <a:gsLst>
                    <a:gs pos="21000">
                      <a:schemeClr val="accent6">
                        <a:lumMod val="60000"/>
                        <a:lumOff val="40000"/>
                      </a:schemeClr>
                    </a:gs>
                    <a:gs pos="47000">
                      <a:schemeClr val="bg1">
                        <a:lumMod val="95000"/>
                      </a:schemeClr>
                    </a:gs>
                  </a:gsLst>
                  <a:lin ang="0" scaled="0"/>
                </a:gra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𝐌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𝐅𝐢𝐫𝐬𝐭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03" name="矩形: 圆角 1202">
                <a:extLst>
                  <a:ext uri="{FF2B5EF4-FFF2-40B4-BE49-F238E27FC236}">
                    <a16:creationId xmlns:a16="http://schemas.microsoft.com/office/drawing/2014/main" id="{AA2064E0-6553-4081-ACF6-DF1A7FF1D0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882" y="9476463"/>
                <a:ext cx="1211502" cy="401908"/>
              </a:xfrm>
              <a:prstGeom prst="roundRect">
                <a:avLst>
                  <a:gd name="adj" fmla="val 4671"/>
                </a:avLst>
              </a:prstGeom>
              <a:blipFill>
                <a:blip r:embed="rId97"/>
                <a:stretch>
                  <a:fillRect/>
                </a:stretch>
              </a:blipFill>
              <a:ln w="25400">
                <a:gradFill>
                  <a:gsLst>
                    <a:gs pos="21000">
                      <a:schemeClr val="accent6">
                        <a:lumMod val="60000"/>
                        <a:lumOff val="40000"/>
                      </a:schemeClr>
                    </a:gs>
                    <a:gs pos="47000">
                      <a:schemeClr val="bg1">
                        <a:lumMod val="95000"/>
                      </a:schemeClr>
                    </a:gs>
                  </a:gsLst>
                  <a:lin ang="0" scaled="0"/>
                </a:gra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4" name="箭头: 下 1203">
            <a:extLst>
              <a:ext uri="{FF2B5EF4-FFF2-40B4-BE49-F238E27FC236}">
                <a16:creationId xmlns:a16="http://schemas.microsoft.com/office/drawing/2014/main" id="{1F04A65C-6A49-4365-97CC-4BB026BCAC49}"/>
              </a:ext>
            </a:extLst>
          </p:cNvPr>
          <p:cNvSpPr/>
          <p:nvPr/>
        </p:nvSpPr>
        <p:spPr>
          <a:xfrm rot="16200000">
            <a:off x="8854847" y="9811955"/>
            <a:ext cx="243840" cy="299484"/>
          </a:xfrm>
          <a:prstGeom prst="downArrow">
            <a:avLst/>
          </a:prstGeom>
          <a:gradFill>
            <a:gsLst>
              <a:gs pos="20000">
                <a:srgbClr val="AAD18E"/>
              </a:gs>
              <a:gs pos="81000">
                <a:srgbClr val="9DC3E6"/>
              </a:gs>
              <a:gs pos="52000">
                <a:srgbClr val="F8E49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5" name="箭头: 下 1204">
            <a:extLst>
              <a:ext uri="{FF2B5EF4-FFF2-40B4-BE49-F238E27FC236}">
                <a16:creationId xmlns:a16="http://schemas.microsoft.com/office/drawing/2014/main" id="{5BEAF585-5110-403B-A62B-52694B3EBD99}"/>
              </a:ext>
            </a:extLst>
          </p:cNvPr>
          <p:cNvSpPr/>
          <p:nvPr/>
        </p:nvSpPr>
        <p:spPr>
          <a:xfrm rot="16200000">
            <a:off x="7152129" y="9816395"/>
            <a:ext cx="243840" cy="299484"/>
          </a:xfrm>
          <a:prstGeom prst="downArrow">
            <a:avLst/>
          </a:prstGeom>
          <a:gradFill>
            <a:gsLst>
              <a:gs pos="20000">
                <a:srgbClr val="FFF7F7"/>
              </a:gs>
              <a:gs pos="76000">
                <a:srgbClr val="FFB9B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6" name="矩形: 圆角 1205">
            <a:extLst>
              <a:ext uri="{FF2B5EF4-FFF2-40B4-BE49-F238E27FC236}">
                <a16:creationId xmlns:a16="http://schemas.microsoft.com/office/drawing/2014/main" id="{BA12F01B-BAAA-4DD8-8B77-3264F4D6E73E}"/>
              </a:ext>
            </a:extLst>
          </p:cNvPr>
          <p:cNvSpPr/>
          <p:nvPr/>
        </p:nvSpPr>
        <p:spPr>
          <a:xfrm>
            <a:off x="5153443" y="8877302"/>
            <a:ext cx="795408" cy="3426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7" name="矩形: 圆角 1206">
            <a:extLst>
              <a:ext uri="{FF2B5EF4-FFF2-40B4-BE49-F238E27FC236}">
                <a16:creationId xmlns:a16="http://schemas.microsoft.com/office/drawing/2014/main" id="{7222A7D6-DFF1-4567-BA4C-9F872292C676}"/>
              </a:ext>
            </a:extLst>
          </p:cNvPr>
          <p:cNvSpPr/>
          <p:nvPr/>
        </p:nvSpPr>
        <p:spPr>
          <a:xfrm>
            <a:off x="7342206" y="8693011"/>
            <a:ext cx="1606227" cy="602288"/>
          </a:xfrm>
          <a:prstGeom prst="roundRect">
            <a:avLst>
              <a:gd name="adj" fmla="val 19069"/>
            </a:avLst>
          </a:prstGeom>
          <a:gradFill>
            <a:gsLst>
              <a:gs pos="55000">
                <a:schemeClr val="accent4">
                  <a:lumMod val="40000"/>
                  <a:lumOff val="60000"/>
                </a:schemeClr>
              </a:gs>
              <a:gs pos="11000">
                <a:schemeClr val="accent6">
                  <a:lumMod val="60000"/>
                  <a:lumOff val="40000"/>
                </a:schemeClr>
              </a:gs>
              <a:gs pos="86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 w="254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 Mask Generator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8" name="箭头: 右 1207">
            <a:extLst>
              <a:ext uri="{FF2B5EF4-FFF2-40B4-BE49-F238E27FC236}">
                <a16:creationId xmlns:a16="http://schemas.microsoft.com/office/drawing/2014/main" id="{0472D3E1-3857-4AD8-A728-3E3FA7CD5CF0}"/>
              </a:ext>
            </a:extLst>
          </p:cNvPr>
          <p:cNvSpPr/>
          <p:nvPr/>
        </p:nvSpPr>
        <p:spPr>
          <a:xfrm rot="1940711">
            <a:off x="9622085" y="9622553"/>
            <a:ext cx="432157" cy="179397"/>
          </a:xfrm>
          <a:prstGeom prst="rightArrow">
            <a:avLst/>
          </a:prstGeom>
          <a:gradFill>
            <a:gsLst>
              <a:gs pos="21000">
                <a:schemeClr val="bg1">
                  <a:lumMod val="85000"/>
                </a:schemeClr>
              </a:gs>
              <a:gs pos="53000">
                <a:schemeClr val="bg1">
                  <a:lumMod val="75000"/>
                </a:schemeClr>
              </a:gs>
              <a:gs pos="86000">
                <a:schemeClr val="bg1">
                  <a:lumMod val="6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9" name="箭头: 右 1208">
            <a:extLst>
              <a:ext uri="{FF2B5EF4-FFF2-40B4-BE49-F238E27FC236}">
                <a16:creationId xmlns:a16="http://schemas.microsoft.com/office/drawing/2014/main" id="{F77A67EB-3B5D-4D96-AB0E-59D631A55A5B}"/>
              </a:ext>
            </a:extLst>
          </p:cNvPr>
          <p:cNvSpPr/>
          <p:nvPr/>
        </p:nvSpPr>
        <p:spPr>
          <a:xfrm>
            <a:off x="9624331" y="9939837"/>
            <a:ext cx="254647" cy="179397"/>
          </a:xfrm>
          <a:prstGeom prst="rightArrow">
            <a:avLst/>
          </a:prstGeom>
          <a:gradFill>
            <a:gsLst>
              <a:gs pos="21000">
                <a:schemeClr val="bg1">
                  <a:lumMod val="85000"/>
                </a:schemeClr>
              </a:gs>
              <a:gs pos="53000">
                <a:schemeClr val="bg1">
                  <a:lumMod val="75000"/>
                </a:schemeClr>
              </a:gs>
              <a:gs pos="86000">
                <a:schemeClr val="bg1">
                  <a:lumMod val="6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0" name="箭头: 右 1209">
            <a:extLst>
              <a:ext uri="{FF2B5EF4-FFF2-40B4-BE49-F238E27FC236}">
                <a16:creationId xmlns:a16="http://schemas.microsoft.com/office/drawing/2014/main" id="{3B00E582-5898-40B3-ACE5-8803B3DE4B97}"/>
              </a:ext>
            </a:extLst>
          </p:cNvPr>
          <p:cNvSpPr/>
          <p:nvPr/>
        </p:nvSpPr>
        <p:spPr>
          <a:xfrm rot="18611218">
            <a:off x="9636377" y="10253971"/>
            <a:ext cx="432157" cy="179397"/>
          </a:xfrm>
          <a:prstGeom prst="rightArrow">
            <a:avLst/>
          </a:prstGeom>
          <a:gradFill>
            <a:gsLst>
              <a:gs pos="21000">
                <a:schemeClr val="bg1">
                  <a:lumMod val="85000"/>
                </a:schemeClr>
              </a:gs>
              <a:gs pos="53000">
                <a:schemeClr val="bg1">
                  <a:lumMod val="75000"/>
                </a:schemeClr>
              </a:gs>
              <a:gs pos="86000">
                <a:schemeClr val="bg1">
                  <a:lumMod val="6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1" name="箭头: 右 1210">
            <a:extLst>
              <a:ext uri="{FF2B5EF4-FFF2-40B4-BE49-F238E27FC236}">
                <a16:creationId xmlns:a16="http://schemas.microsoft.com/office/drawing/2014/main" id="{E98FE8B8-7F8D-4EBC-BF20-8AA5BBAC4D39}"/>
              </a:ext>
            </a:extLst>
          </p:cNvPr>
          <p:cNvSpPr/>
          <p:nvPr/>
        </p:nvSpPr>
        <p:spPr>
          <a:xfrm>
            <a:off x="10137455" y="9939836"/>
            <a:ext cx="254647" cy="179397"/>
          </a:xfrm>
          <a:prstGeom prst="rightArrow">
            <a:avLst/>
          </a:prstGeom>
          <a:gradFill>
            <a:gsLst>
              <a:gs pos="21000">
                <a:schemeClr val="bg1">
                  <a:lumMod val="85000"/>
                </a:schemeClr>
              </a:gs>
              <a:gs pos="53000">
                <a:schemeClr val="bg1">
                  <a:lumMod val="75000"/>
                </a:schemeClr>
              </a:gs>
              <a:gs pos="86000">
                <a:schemeClr val="bg1">
                  <a:lumMod val="6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12" name="表格 1211">
            <a:extLst>
              <a:ext uri="{FF2B5EF4-FFF2-40B4-BE49-F238E27FC236}">
                <a16:creationId xmlns:a16="http://schemas.microsoft.com/office/drawing/2014/main" id="{F8DD4282-DA97-48D7-A9A4-10F79F193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067390"/>
              </p:ext>
            </p:extLst>
          </p:nvPr>
        </p:nvGraphicFramePr>
        <p:xfrm>
          <a:off x="12068951" y="9152519"/>
          <a:ext cx="1331406" cy="19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901">
                  <a:extLst>
                    <a:ext uri="{9D8B030D-6E8A-4147-A177-3AD203B41FA5}">
                      <a16:colId xmlns:a16="http://schemas.microsoft.com/office/drawing/2014/main" val="3845179002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3966831316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2219512428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1115702013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2255994482"/>
                    </a:ext>
                  </a:extLst>
                </a:gridCol>
                <a:gridCol w="221901">
                  <a:extLst>
                    <a:ext uri="{9D8B030D-6E8A-4147-A177-3AD203B41FA5}">
                      <a16:colId xmlns:a16="http://schemas.microsoft.com/office/drawing/2014/main" val="740870365"/>
                    </a:ext>
                  </a:extLst>
                </a:gridCol>
              </a:tblGrid>
              <a:tr h="176048"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0846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13" name="文本框 1212">
                <a:extLst>
                  <a:ext uri="{FF2B5EF4-FFF2-40B4-BE49-F238E27FC236}">
                    <a16:creationId xmlns:a16="http://schemas.microsoft.com/office/drawing/2014/main" id="{B514D54D-2F59-48FE-89D6-9F6788C44242}"/>
                  </a:ext>
                </a:extLst>
              </p:cNvPr>
              <p:cNvSpPr txBox="1"/>
              <p:nvPr/>
            </p:nvSpPr>
            <p:spPr>
              <a:xfrm>
                <a:off x="11362868" y="8355031"/>
                <a:ext cx="8273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𝐅𝐮𝐬𝐢𝐨𝐧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13" name="文本框 1212">
                <a:extLst>
                  <a:ext uri="{FF2B5EF4-FFF2-40B4-BE49-F238E27FC236}">
                    <a16:creationId xmlns:a16="http://schemas.microsoft.com/office/drawing/2014/main" id="{B514D54D-2F59-48FE-89D6-9F6788C44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2868" y="8355031"/>
                <a:ext cx="827333" cy="369332"/>
              </a:xfrm>
              <a:prstGeom prst="rect">
                <a:avLst/>
              </a:prstGeom>
              <a:blipFill>
                <a:blip r:embed="rId98"/>
                <a:stretch>
                  <a:fillRect r="-4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4" name="矩形: 圆角 1213">
            <a:extLst>
              <a:ext uri="{FF2B5EF4-FFF2-40B4-BE49-F238E27FC236}">
                <a16:creationId xmlns:a16="http://schemas.microsoft.com/office/drawing/2014/main" id="{41D50099-5BA9-43F7-A25B-8E8CF71AD901}"/>
              </a:ext>
            </a:extLst>
          </p:cNvPr>
          <p:cNvSpPr/>
          <p:nvPr/>
        </p:nvSpPr>
        <p:spPr>
          <a:xfrm>
            <a:off x="12306053" y="8353648"/>
            <a:ext cx="656257" cy="369333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</a:p>
        </p:txBody>
      </p:sp>
      <p:sp>
        <p:nvSpPr>
          <p:cNvPr id="1215" name="矩形 1214">
            <a:extLst>
              <a:ext uri="{FF2B5EF4-FFF2-40B4-BE49-F238E27FC236}">
                <a16:creationId xmlns:a16="http://schemas.microsoft.com/office/drawing/2014/main" id="{F6E4B56B-8EB2-456E-9BD0-F85637EDD73D}"/>
              </a:ext>
            </a:extLst>
          </p:cNvPr>
          <p:cNvSpPr/>
          <p:nvPr/>
        </p:nvSpPr>
        <p:spPr>
          <a:xfrm>
            <a:off x="12465368" y="8861592"/>
            <a:ext cx="551758" cy="1606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Kernal</a:t>
            </a:r>
            <a:endParaRPr lang="zh-CN" altLang="en-US" sz="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6" name="梯形 1215">
            <a:extLst>
              <a:ext uri="{FF2B5EF4-FFF2-40B4-BE49-F238E27FC236}">
                <a16:creationId xmlns:a16="http://schemas.microsoft.com/office/drawing/2014/main" id="{1C211F11-8955-4EA5-8D94-FF26A5690416}"/>
              </a:ext>
            </a:extLst>
          </p:cNvPr>
          <p:cNvSpPr/>
          <p:nvPr/>
        </p:nvSpPr>
        <p:spPr>
          <a:xfrm>
            <a:off x="12288692" y="9079027"/>
            <a:ext cx="445962" cy="311024"/>
          </a:xfrm>
          <a:prstGeom prst="trapezoid">
            <a:avLst>
              <a:gd name="adj" fmla="val 0"/>
            </a:avLst>
          </a:prstGeom>
          <a:solidFill>
            <a:schemeClr val="bg1">
              <a:lumMod val="85000"/>
              <a:alpha val="70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17" name="梯形 1216">
            <a:extLst>
              <a:ext uri="{FF2B5EF4-FFF2-40B4-BE49-F238E27FC236}">
                <a16:creationId xmlns:a16="http://schemas.microsoft.com/office/drawing/2014/main" id="{F1276400-7FE5-4311-950A-CE3009F0B0B7}"/>
              </a:ext>
            </a:extLst>
          </p:cNvPr>
          <p:cNvSpPr/>
          <p:nvPr/>
        </p:nvSpPr>
        <p:spPr>
          <a:xfrm>
            <a:off x="12734654" y="9079468"/>
            <a:ext cx="445961" cy="311024"/>
          </a:xfrm>
          <a:prstGeom prst="trapezoid">
            <a:avLst>
              <a:gd name="adj" fmla="val 0"/>
            </a:avLst>
          </a:prstGeom>
          <a:solidFill>
            <a:schemeClr val="bg1">
              <a:lumMod val="85000"/>
              <a:alpha val="70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18" name="直接连接符 1217">
            <a:extLst>
              <a:ext uri="{FF2B5EF4-FFF2-40B4-BE49-F238E27FC236}">
                <a16:creationId xmlns:a16="http://schemas.microsoft.com/office/drawing/2014/main" id="{5EEBB20E-49BD-40BA-800E-7F37838E9D39}"/>
              </a:ext>
            </a:extLst>
          </p:cNvPr>
          <p:cNvCxnSpPr>
            <a:cxnSpLocks/>
            <a:stCxn id="1215" idx="2"/>
            <a:endCxn id="1216" idx="0"/>
          </p:cNvCxnSpPr>
          <p:nvPr/>
        </p:nvCxnSpPr>
        <p:spPr>
          <a:xfrm flipH="1">
            <a:off x="12511673" y="9022262"/>
            <a:ext cx="229574" cy="56765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9" name="直接连接符 1218">
            <a:extLst>
              <a:ext uri="{FF2B5EF4-FFF2-40B4-BE49-F238E27FC236}">
                <a16:creationId xmlns:a16="http://schemas.microsoft.com/office/drawing/2014/main" id="{3280F6EC-C036-4F02-9E14-1C8249D34A89}"/>
              </a:ext>
            </a:extLst>
          </p:cNvPr>
          <p:cNvCxnSpPr>
            <a:cxnSpLocks/>
            <a:stCxn id="1215" idx="2"/>
            <a:endCxn id="1217" idx="0"/>
          </p:cNvCxnSpPr>
          <p:nvPr/>
        </p:nvCxnSpPr>
        <p:spPr>
          <a:xfrm>
            <a:off x="12741247" y="9022262"/>
            <a:ext cx="216388" cy="57206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0" name="直接箭头连接符 1219">
            <a:extLst>
              <a:ext uri="{FF2B5EF4-FFF2-40B4-BE49-F238E27FC236}">
                <a16:creationId xmlns:a16="http://schemas.microsoft.com/office/drawing/2014/main" id="{1D26EF5D-93B5-4460-8890-07AA3CEA107F}"/>
              </a:ext>
            </a:extLst>
          </p:cNvPr>
          <p:cNvCxnSpPr>
            <a:cxnSpLocks/>
          </p:cNvCxnSpPr>
          <p:nvPr/>
        </p:nvCxnSpPr>
        <p:spPr>
          <a:xfrm>
            <a:off x="11873692" y="9252767"/>
            <a:ext cx="1744980" cy="0"/>
          </a:xfrm>
          <a:prstGeom prst="straightConnector1">
            <a:avLst/>
          </a:prstGeom>
          <a:ln w="12700">
            <a:gradFill>
              <a:gsLst>
                <a:gs pos="57000">
                  <a:schemeClr val="accent4"/>
                </a:gs>
                <a:gs pos="27000">
                  <a:schemeClr val="accent6"/>
                </a:gs>
                <a:gs pos="100000">
                  <a:schemeClr val="accent1"/>
                </a:gs>
              </a:gsLst>
              <a:lin ang="0" scaled="0"/>
            </a:gra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1" name="矩形: 圆角 1220">
            <a:extLst>
              <a:ext uri="{FF2B5EF4-FFF2-40B4-BE49-F238E27FC236}">
                <a16:creationId xmlns:a16="http://schemas.microsoft.com/office/drawing/2014/main" id="{C852B8B2-D675-4B79-80AC-72B6BBA69275}"/>
              </a:ext>
            </a:extLst>
          </p:cNvPr>
          <p:cNvSpPr/>
          <p:nvPr/>
        </p:nvSpPr>
        <p:spPr>
          <a:xfrm>
            <a:off x="13118075" y="8353377"/>
            <a:ext cx="798511" cy="369333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GELU</a:t>
            </a:r>
          </a:p>
        </p:txBody>
      </p:sp>
      <p:cxnSp>
        <p:nvCxnSpPr>
          <p:cNvPr id="1222" name="直接箭头连接符 1221">
            <a:extLst>
              <a:ext uri="{FF2B5EF4-FFF2-40B4-BE49-F238E27FC236}">
                <a16:creationId xmlns:a16="http://schemas.microsoft.com/office/drawing/2014/main" id="{C5C24AB6-CF6C-4D82-B9C0-9E9614FBE415}"/>
              </a:ext>
            </a:extLst>
          </p:cNvPr>
          <p:cNvCxnSpPr>
            <a:cxnSpLocks/>
            <a:stCxn id="1213" idx="3"/>
            <a:endCxn id="1214" idx="1"/>
          </p:cNvCxnSpPr>
          <p:nvPr/>
        </p:nvCxnSpPr>
        <p:spPr>
          <a:xfrm flipV="1">
            <a:off x="12190201" y="8538315"/>
            <a:ext cx="115852" cy="13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3" name="直接箭头连接符 1222">
            <a:extLst>
              <a:ext uri="{FF2B5EF4-FFF2-40B4-BE49-F238E27FC236}">
                <a16:creationId xmlns:a16="http://schemas.microsoft.com/office/drawing/2014/main" id="{86D65C14-5D87-4E2E-B408-C22E501E0858}"/>
              </a:ext>
            </a:extLst>
          </p:cNvPr>
          <p:cNvCxnSpPr>
            <a:cxnSpLocks/>
            <a:stCxn id="1214" idx="3"/>
            <a:endCxn id="1221" idx="1"/>
          </p:cNvCxnSpPr>
          <p:nvPr/>
        </p:nvCxnSpPr>
        <p:spPr>
          <a:xfrm flipV="1">
            <a:off x="12962310" y="8538044"/>
            <a:ext cx="155765" cy="2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4" name="连接符: 肘形 1223">
            <a:extLst>
              <a:ext uri="{FF2B5EF4-FFF2-40B4-BE49-F238E27FC236}">
                <a16:creationId xmlns:a16="http://schemas.microsoft.com/office/drawing/2014/main" id="{A9BDB70B-AD2C-4BE1-AF5A-678868BC22BC}"/>
              </a:ext>
            </a:extLst>
          </p:cNvPr>
          <p:cNvCxnSpPr>
            <a:cxnSpLocks/>
            <a:stCxn id="1221" idx="3"/>
            <a:endCxn id="1231" idx="3"/>
          </p:cNvCxnSpPr>
          <p:nvPr/>
        </p:nvCxnSpPr>
        <p:spPr>
          <a:xfrm flipH="1">
            <a:off x="13270977" y="8538044"/>
            <a:ext cx="645609" cy="1072641"/>
          </a:xfrm>
          <a:prstGeom prst="bentConnector3">
            <a:avLst>
              <a:gd name="adj1" fmla="val -35408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5" name="文本框 1224">
                <a:extLst>
                  <a:ext uri="{FF2B5EF4-FFF2-40B4-BE49-F238E27FC236}">
                    <a16:creationId xmlns:a16="http://schemas.microsoft.com/office/drawing/2014/main" id="{E9CBC327-6249-4D50-B24E-551B55230606}"/>
                  </a:ext>
                </a:extLst>
              </p:cNvPr>
              <p:cNvSpPr txBox="1"/>
              <p:nvPr/>
            </p:nvSpPr>
            <p:spPr>
              <a:xfrm>
                <a:off x="11350355" y="9487574"/>
                <a:ext cx="135005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1600" b="1" i="0">
                              <a:latin typeface="Cambria Math" panose="02040503050406030204" pitchFamily="18" charset="0"/>
                            </a:rPr>
                            <m:t>𝐕𝐨𝐥</m:t>
                          </m:r>
                          <m:r>
                            <a:rPr lang="en-US" altLang="zh-CN" sz="1600" b="1" i="0" smtClean="0">
                              <a:latin typeface="Cambria Math" panose="02040503050406030204" pitchFamily="18" charset="0"/>
                            </a:rPr>
                            <m:t>𝐌𝐚𝐬𝐤</m:t>
                          </m:r>
                        </m:sub>
                      </m:sSub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25" name="文本框 1224">
                <a:extLst>
                  <a:ext uri="{FF2B5EF4-FFF2-40B4-BE49-F238E27FC236}">
                    <a16:creationId xmlns:a16="http://schemas.microsoft.com/office/drawing/2014/main" id="{E9CBC327-6249-4D50-B24E-551B55230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355" y="9487574"/>
                <a:ext cx="1350050" cy="246221"/>
              </a:xfrm>
              <a:prstGeom prst="rect">
                <a:avLst/>
              </a:prstGeom>
              <a:blipFill>
                <a:blip r:embed="rId99"/>
                <a:stretch>
                  <a:fillRect l="-4525" r="-4525" b="-3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6" name="矩形: 圆角 1225">
            <a:extLst>
              <a:ext uri="{FF2B5EF4-FFF2-40B4-BE49-F238E27FC236}">
                <a16:creationId xmlns:a16="http://schemas.microsoft.com/office/drawing/2014/main" id="{BFF8EAE1-1A62-4845-9931-E0F2F103075A}"/>
              </a:ext>
            </a:extLst>
          </p:cNvPr>
          <p:cNvSpPr/>
          <p:nvPr/>
        </p:nvSpPr>
        <p:spPr>
          <a:xfrm>
            <a:off x="11821739" y="8825706"/>
            <a:ext cx="1891123" cy="619890"/>
          </a:xfrm>
          <a:prstGeom prst="roundRect">
            <a:avLst>
              <a:gd name="adj" fmla="val 7269"/>
            </a:avLst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b="1" i="0" dirty="0">
              <a:solidFill>
                <a:srgbClr val="1A1C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27" name="直接连接符 1226">
            <a:extLst>
              <a:ext uri="{FF2B5EF4-FFF2-40B4-BE49-F238E27FC236}">
                <a16:creationId xmlns:a16="http://schemas.microsoft.com/office/drawing/2014/main" id="{7C0BE174-E678-4DD2-9C6A-1B7951BFAEEE}"/>
              </a:ext>
            </a:extLst>
          </p:cNvPr>
          <p:cNvCxnSpPr>
            <a:cxnSpLocks/>
            <a:endCxn id="1214" idx="2"/>
          </p:cNvCxnSpPr>
          <p:nvPr/>
        </p:nvCxnSpPr>
        <p:spPr>
          <a:xfrm flipV="1">
            <a:off x="11855091" y="8722981"/>
            <a:ext cx="779091" cy="106453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直接连接符 1227">
            <a:extLst>
              <a:ext uri="{FF2B5EF4-FFF2-40B4-BE49-F238E27FC236}">
                <a16:creationId xmlns:a16="http://schemas.microsoft.com/office/drawing/2014/main" id="{A80E399B-F863-4493-9486-F284A08E6EEB}"/>
              </a:ext>
            </a:extLst>
          </p:cNvPr>
          <p:cNvCxnSpPr>
            <a:cxnSpLocks/>
            <a:endCxn id="1214" idx="2"/>
          </p:cNvCxnSpPr>
          <p:nvPr/>
        </p:nvCxnSpPr>
        <p:spPr>
          <a:xfrm flipH="1" flipV="1">
            <a:off x="12634182" y="8722981"/>
            <a:ext cx="1041706" cy="106453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" name="矩形: 圆角 1228">
            <a:extLst>
              <a:ext uri="{FF2B5EF4-FFF2-40B4-BE49-F238E27FC236}">
                <a16:creationId xmlns:a16="http://schemas.microsoft.com/office/drawing/2014/main" id="{25C7AF65-3D93-4B5C-A456-E14551F8F483}"/>
              </a:ext>
            </a:extLst>
          </p:cNvPr>
          <p:cNvSpPr/>
          <p:nvPr/>
        </p:nvSpPr>
        <p:spPr>
          <a:xfrm rot="5400000">
            <a:off x="11310383" y="10303060"/>
            <a:ext cx="984786" cy="29026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 err="1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DropOut</a:t>
            </a:r>
            <a:endParaRPr lang="en-US" altLang="zh-CN" sz="1600" b="1" i="0" dirty="0">
              <a:solidFill>
                <a:srgbClr val="1A1C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30" name="直接箭头连接符 1229">
            <a:extLst>
              <a:ext uri="{FF2B5EF4-FFF2-40B4-BE49-F238E27FC236}">
                <a16:creationId xmlns:a16="http://schemas.microsoft.com/office/drawing/2014/main" id="{DBC9DF0B-2CD1-4765-B234-B904D8CF9118}"/>
              </a:ext>
            </a:extLst>
          </p:cNvPr>
          <p:cNvCxnSpPr>
            <a:cxnSpLocks/>
            <a:stCxn id="1229" idx="0"/>
            <a:endCxn id="1233" idx="2"/>
          </p:cNvCxnSpPr>
          <p:nvPr/>
        </p:nvCxnSpPr>
        <p:spPr>
          <a:xfrm>
            <a:off x="11947907" y="10448191"/>
            <a:ext cx="201313" cy="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1" name="文本框 1230">
                <a:extLst>
                  <a:ext uri="{FF2B5EF4-FFF2-40B4-BE49-F238E27FC236}">
                    <a16:creationId xmlns:a16="http://schemas.microsoft.com/office/drawing/2014/main" id="{9178DADA-F48B-430A-B163-B5F0FDC12C7D}"/>
                  </a:ext>
                </a:extLst>
              </p:cNvPr>
              <p:cNvSpPr txBox="1"/>
              <p:nvPr/>
            </p:nvSpPr>
            <p:spPr>
              <a:xfrm>
                <a:off x="12844765" y="9426019"/>
                <a:ext cx="4262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⊗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231" name="文本框 1230">
                <a:extLst>
                  <a:ext uri="{FF2B5EF4-FFF2-40B4-BE49-F238E27FC236}">
                    <a16:creationId xmlns:a16="http://schemas.microsoft.com/office/drawing/2014/main" id="{9178DADA-F48B-430A-B163-B5F0FDC12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4765" y="9426019"/>
                <a:ext cx="426212" cy="369332"/>
              </a:xfrm>
              <a:prstGeom prst="rect">
                <a:avLst/>
              </a:prstGeom>
              <a:blipFill>
                <a:blip r:embed="rId100"/>
                <a:stretch>
                  <a:fillRect r="-1429"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2" name="直接箭头连接符 1231">
            <a:extLst>
              <a:ext uri="{FF2B5EF4-FFF2-40B4-BE49-F238E27FC236}">
                <a16:creationId xmlns:a16="http://schemas.microsoft.com/office/drawing/2014/main" id="{7F10880A-B80E-4A2A-AF67-44B25237D803}"/>
              </a:ext>
            </a:extLst>
          </p:cNvPr>
          <p:cNvCxnSpPr>
            <a:cxnSpLocks/>
            <a:stCxn id="1225" idx="3"/>
            <a:endCxn id="1231" idx="1"/>
          </p:cNvCxnSpPr>
          <p:nvPr/>
        </p:nvCxnSpPr>
        <p:spPr>
          <a:xfrm>
            <a:off x="12700405" y="9610685"/>
            <a:ext cx="14436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3" name="矩形: 圆角 1232">
            <a:extLst>
              <a:ext uri="{FF2B5EF4-FFF2-40B4-BE49-F238E27FC236}">
                <a16:creationId xmlns:a16="http://schemas.microsoft.com/office/drawing/2014/main" id="{BB8056BA-7031-4CB4-90EF-435ECF302C9D}"/>
              </a:ext>
            </a:extLst>
          </p:cNvPr>
          <p:cNvSpPr/>
          <p:nvPr/>
        </p:nvSpPr>
        <p:spPr>
          <a:xfrm rot="5400000">
            <a:off x="11801957" y="10303061"/>
            <a:ext cx="984787" cy="29026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cxnSp>
        <p:nvCxnSpPr>
          <p:cNvPr id="1234" name="连接符: 肘形 1233">
            <a:extLst>
              <a:ext uri="{FF2B5EF4-FFF2-40B4-BE49-F238E27FC236}">
                <a16:creationId xmlns:a16="http://schemas.microsoft.com/office/drawing/2014/main" id="{AD8E9D60-1867-4EA6-9CF3-FB4527A1A5FC}"/>
              </a:ext>
            </a:extLst>
          </p:cNvPr>
          <p:cNvCxnSpPr>
            <a:cxnSpLocks/>
            <a:stCxn id="1231" idx="2"/>
            <a:endCxn id="1229" idx="2"/>
          </p:cNvCxnSpPr>
          <p:nvPr/>
        </p:nvCxnSpPr>
        <p:spPr>
          <a:xfrm rot="5400000">
            <a:off x="12031338" y="9421658"/>
            <a:ext cx="652840" cy="1400226"/>
          </a:xfrm>
          <a:prstGeom prst="bentConnector4">
            <a:avLst>
              <a:gd name="adj1" fmla="val 10094"/>
              <a:gd name="adj2" fmla="val 116326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5" name="文本框 1234">
                <a:extLst>
                  <a:ext uri="{FF2B5EF4-FFF2-40B4-BE49-F238E27FC236}">
                    <a16:creationId xmlns:a16="http://schemas.microsoft.com/office/drawing/2014/main" id="{FCD7A100-FDBA-4946-B5CE-96483CED6ADE}"/>
                  </a:ext>
                </a:extLst>
              </p:cNvPr>
              <p:cNvSpPr txBox="1"/>
              <p:nvPr/>
            </p:nvSpPr>
            <p:spPr>
              <a:xfrm>
                <a:off x="11833985" y="11070160"/>
                <a:ext cx="4057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235" name="文本框 1234">
                <a:extLst>
                  <a:ext uri="{FF2B5EF4-FFF2-40B4-BE49-F238E27FC236}">
                    <a16:creationId xmlns:a16="http://schemas.microsoft.com/office/drawing/2014/main" id="{FCD7A100-FDBA-4946-B5CE-96483CED6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985" y="11070160"/>
                <a:ext cx="405765" cy="369332"/>
              </a:xfrm>
              <a:prstGeom prst="rect">
                <a:avLst/>
              </a:prstGeom>
              <a:blipFill>
                <a:blip r:embed="rId10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6" name="直接连接符 1235">
            <a:extLst>
              <a:ext uri="{FF2B5EF4-FFF2-40B4-BE49-F238E27FC236}">
                <a16:creationId xmlns:a16="http://schemas.microsoft.com/office/drawing/2014/main" id="{B21ADA93-C43A-4F2E-A845-F32226AE0405}"/>
              </a:ext>
            </a:extLst>
          </p:cNvPr>
          <p:cNvCxnSpPr>
            <a:cxnSpLocks/>
            <a:endCxn id="1235" idx="0"/>
          </p:cNvCxnSpPr>
          <p:nvPr/>
        </p:nvCxnSpPr>
        <p:spPr>
          <a:xfrm>
            <a:off x="12036868" y="10448191"/>
            <a:ext cx="0" cy="62196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7" name="梯形 1236">
            <a:extLst>
              <a:ext uri="{FF2B5EF4-FFF2-40B4-BE49-F238E27FC236}">
                <a16:creationId xmlns:a16="http://schemas.microsoft.com/office/drawing/2014/main" id="{70CFEF1C-FCC1-41EA-A294-AEE3E8E6E9D3}"/>
              </a:ext>
            </a:extLst>
          </p:cNvPr>
          <p:cNvSpPr/>
          <p:nvPr/>
        </p:nvSpPr>
        <p:spPr>
          <a:xfrm rot="16200000">
            <a:off x="12468998" y="10323700"/>
            <a:ext cx="585523" cy="244046"/>
          </a:xfrm>
          <a:prstGeom prst="trapezoid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63500">
              <a:srgbClr val="F6CACA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38" name="梯形 1237">
            <a:extLst>
              <a:ext uri="{FF2B5EF4-FFF2-40B4-BE49-F238E27FC236}">
                <a16:creationId xmlns:a16="http://schemas.microsoft.com/office/drawing/2014/main" id="{EE7F79B6-71DF-41DC-A407-7D2F89F73E8A}"/>
              </a:ext>
            </a:extLst>
          </p:cNvPr>
          <p:cNvSpPr/>
          <p:nvPr/>
        </p:nvSpPr>
        <p:spPr>
          <a:xfrm rot="5400000">
            <a:off x="12847032" y="10323700"/>
            <a:ext cx="585525" cy="244046"/>
          </a:xfrm>
          <a:prstGeom prst="trapezoid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63500">
              <a:srgbClr val="F6CACA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39" name="直接箭头连接符 1238">
            <a:extLst>
              <a:ext uri="{FF2B5EF4-FFF2-40B4-BE49-F238E27FC236}">
                <a16:creationId xmlns:a16="http://schemas.microsoft.com/office/drawing/2014/main" id="{E667F05F-E4A6-4A12-AA16-B7064B33295F}"/>
              </a:ext>
            </a:extLst>
          </p:cNvPr>
          <p:cNvCxnSpPr>
            <a:cxnSpLocks/>
            <a:stCxn id="1233" idx="0"/>
            <a:endCxn id="1237" idx="0"/>
          </p:cNvCxnSpPr>
          <p:nvPr/>
        </p:nvCxnSpPr>
        <p:spPr>
          <a:xfrm flipV="1">
            <a:off x="12439482" y="10445723"/>
            <a:ext cx="200255" cy="24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0" name="连接符: 肘形 1239">
            <a:extLst>
              <a:ext uri="{FF2B5EF4-FFF2-40B4-BE49-F238E27FC236}">
                <a16:creationId xmlns:a16="http://schemas.microsoft.com/office/drawing/2014/main" id="{E8776389-54DD-4CD0-806D-B985FDF09120}"/>
              </a:ext>
            </a:extLst>
          </p:cNvPr>
          <p:cNvCxnSpPr>
            <a:cxnSpLocks/>
            <a:stCxn id="1238" idx="0"/>
            <a:endCxn id="1262" idx="1"/>
          </p:cNvCxnSpPr>
          <p:nvPr/>
        </p:nvCxnSpPr>
        <p:spPr>
          <a:xfrm flipV="1">
            <a:off x="13261818" y="9955260"/>
            <a:ext cx="793523" cy="490464"/>
          </a:xfrm>
          <a:prstGeom prst="bentConnector4">
            <a:avLst>
              <a:gd name="adj1" fmla="val 13017"/>
              <a:gd name="adj2" fmla="val 122415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1" name="直接箭头连接符 1240">
            <a:extLst>
              <a:ext uri="{FF2B5EF4-FFF2-40B4-BE49-F238E27FC236}">
                <a16:creationId xmlns:a16="http://schemas.microsoft.com/office/drawing/2014/main" id="{ADCFDAFC-DC4B-4385-B438-BFA58F1C54AD}"/>
              </a:ext>
            </a:extLst>
          </p:cNvPr>
          <p:cNvCxnSpPr>
            <a:cxnSpLocks/>
            <a:stCxn id="1238" idx="0"/>
            <a:endCxn id="1242" idx="2"/>
          </p:cNvCxnSpPr>
          <p:nvPr/>
        </p:nvCxnSpPr>
        <p:spPr>
          <a:xfrm>
            <a:off x="13261818" y="10445724"/>
            <a:ext cx="200255" cy="15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2" name="矩形: 圆角 1241">
            <a:extLst>
              <a:ext uri="{FF2B5EF4-FFF2-40B4-BE49-F238E27FC236}">
                <a16:creationId xmlns:a16="http://schemas.microsoft.com/office/drawing/2014/main" id="{FA4B915E-7FA7-4D4F-B4D0-B8383B0EC068}"/>
              </a:ext>
            </a:extLst>
          </p:cNvPr>
          <p:cNvSpPr/>
          <p:nvPr/>
        </p:nvSpPr>
        <p:spPr>
          <a:xfrm rot="5400000">
            <a:off x="13114811" y="10302148"/>
            <a:ext cx="984786" cy="29026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 err="1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DropOut</a:t>
            </a:r>
            <a:endParaRPr lang="en-US" altLang="zh-CN" sz="1600" b="1" i="0" dirty="0">
              <a:solidFill>
                <a:srgbClr val="1A1C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3" name="椭圆 1242">
            <a:extLst>
              <a:ext uri="{FF2B5EF4-FFF2-40B4-BE49-F238E27FC236}">
                <a16:creationId xmlns:a16="http://schemas.microsoft.com/office/drawing/2014/main" id="{31760C3A-0D61-4DF3-80D8-519381EA7C80}"/>
              </a:ext>
            </a:extLst>
          </p:cNvPr>
          <p:cNvSpPr/>
          <p:nvPr/>
        </p:nvSpPr>
        <p:spPr>
          <a:xfrm>
            <a:off x="12686902" y="10329031"/>
            <a:ext cx="86645" cy="81077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4" name="椭圆 1243">
            <a:extLst>
              <a:ext uri="{FF2B5EF4-FFF2-40B4-BE49-F238E27FC236}">
                <a16:creationId xmlns:a16="http://schemas.microsoft.com/office/drawing/2014/main" id="{276E6C34-5129-4811-B575-36E31D6AAAF4}"/>
              </a:ext>
            </a:extLst>
          </p:cNvPr>
          <p:cNvSpPr/>
          <p:nvPr/>
        </p:nvSpPr>
        <p:spPr>
          <a:xfrm>
            <a:off x="12686902" y="10497766"/>
            <a:ext cx="86645" cy="81077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5" name="椭圆 1244">
            <a:extLst>
              <a:ext uri="{FF2B5EF4-FFF2-40B4-BE49-F238E27FC236}">
                <a16:creationId xmlns:a16="http://schemas.microsoft.com/office/drawing/2014/main" id="{80E618F8-59EC-4132-BECC-4339484920D1}"/>
              </a:ext>
            </a:extLst>
          </p:cNvPr>
          <p:cNvSpPr/>
          <p:nvPr/>
        </p:nvSpPr>
        <p:spPr>
          <a:xfrm>
            <a:off x="12906155" y="10398339"/>
            <a:ext cx="86645" cy="81077"/>
          </a:xfrm>
          <a:prstGeom prst="ellipse">
            <a:avLst/>
          </a:prstGeom>
          <a:noFill/>
          <a:ln>
            <a:solidFill>
              <a:srgbClr val="A7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6" name="椭圆 1245">
            <a:extLst>
              <a:ext uri="{FF2B5EF4-FFF2-40B4-BE49-F238E27FC236}">
                <a16:creationId xmlns:a16="http://schemas.microsoft.com/office/drawing/2014/main" id="{7E8CD438-7FC4-45E3-8968-6480CA9FE49C}"/>
              </a:ext>
            </a:extLst>
          </p:cNvPr>
          <p:cNvSpPr/>
          <p:nvPr/>
        </p:nvSpPr>
        <p:spPr>
          <a:xfrm>
            <a:off x="12904489" y="10216782"/>
            <a:ext cx="86645" cy="81077"/>
          </a:xfrm>
          <a:prstGeom prst="ellipse">
            <a:avLst/>
          </a:prstGeom>
          <a:noFill/>
          <a:ln>
            <a:solidFill>
              <a:srgbClr val="A7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7" name="椭圆 1246">
            <a:extLst>
              <a:ext uri="{FF2B5EF4-FFF2-40B4-BE49-F238E27FC236}">
                <a16:creationId xmlns:a16="http://schemas.microsoft.com/office/drawing/2014/main" id="{D675004F-1B8D-47EC-80D3-BD347690E222}"/>
              </a:ext>
            </a:extLst>
          </p:cNvPr>
          <p:cNvSpPr/>
          <p:nvPr/>
        </p:nvSpPr>
        <p:spPr>
          <a:xfrm>
            <a:off x="12910660" y="10566824"/>
            <a:ext cx="86645" cy="81077"/>
          </a:xfrm>
          <a:prstGeom prst="ellipse">
            <a:avLst/>
          </a:prstGeom>
          <a:noFill/>
          <a:ln>
            <a:solidFill>
              <a:srgbClr val="A7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8" name="椭圆 1247">
            <a:extLst>
              <a:ext uri="{FF2B5EF4-FFF2-40B4-BE49-F238E27FC236}">
                <a16:creationId xmlns:a16="http://schemas.microsoft.com/office/drawing/2014/main" id="{B9FAA7A0-96ED-4370-ACA3-858D8A027696}"/>
              </a:ext>
            </a:extLst>
          </p:cNvPr>
          <p:cNvSpPr/>
          <p:nvPr/>
        </p:nvSpPr>
        <p:spPr>
          <a:xfrm>
            <a:off x="13097787" y="10323685"/>
            <a:ext cx="86645" cy="81077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9" name="椭圆 1248">
            <a:extLst>
              <a:ext uri="{FF2B5EF4-FFF2-40B4-BE49-F238E27FC236}">
                <a16:creationId xmlns:a16="http://schemas.microsoft.com/office/drawing/2014/main" id="{511D3E49-38A4-405A-AF30-0A84F7B09FB4}"/>
              </a:ext>
            </a:extLst>
          </p:cNvPr>
          <p:cNvSpPr/>
          <p:nvPr/>
        </p:nvSpPr>
        <p:spPr>
          <a:xfrm>
            <a:off x="13099113" y="10497708"/>
            <a:ext cx="86645" cy="81077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50" name="直接连接符 1249">
            <a:extLst>
              <a:ext uri="{FF2B5EF4-FFF2-40B4-BE49-F238E27FC236}">
                <a16:creationId xmlns:a16="http://schemas.microsoft.com/office/drawing/2014/main" id="{81D9B667-ADE4-48A2-9C8E-4DBC7B695F2E}"/>
              </a:ext>
            </a:extLst>
          </p:cNvPr>
          <p:cNvCxnSpPr>
            <a:cxnSpLocks/>
            <a:stCxn id="1243" idx="7"/>
            <a:endCxn id="1246" idx="2"/>
          </p:cNvCxnSpPr>
          <p:nvPr/>
        </p:nvCxnSpPr>
        <p:spPr>
          <a:xfrm flipV="1">
            <a:off x="12760858" y="10257321"/>
            <a:ext cx="143631" cy="83583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1" name="直接连接符 1250">
            <a:extLst>
              <a:ext uri="{FF2B5EF4-FFF2-40B4-BE49-F238E27FC236}">
                <a16:creationId xmlns:a16="http://schemas.microsoft.com/office/drawing/2014/main" id="{E49FE3CC-CC58-4288-98BA-6B6520D1C5ED}"/>
              </a:ext>
            </a:extLst>
          </p:cNvPr>
          <p:cNvCxnSpPr>
            <a:cxnSpLocks/>
            <a:stCxn id="1244" idx="6"/>
            <a:endCxn id="1245" idx="3"/>
          </p:cNvCxnSpPr>
          <p:nvPr/>
        </p:nvCxnSpPr>
        <p:spPr>
          <a:xfrm flipV="1">
            <a:off x="12773547" y="10467543"/>
            <a:ext cx="145297" cy="70762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2" name="直接连接符 1251">
            <a:extLst>
              <a:ext uri="{FF2B5EF4-FFF2-40B4-BE49-F238E27FC236}">
                <a16:creationId xmlns:a16="http://schemas.microsoft.com/office/drawing/2014/main" id="{78F59B2A-1E99-4112-A9F3-43116A941E41}"/>
              </a:ext>
            </a:extLst>
          </p:cNvPr>
          <p:cNvCxnSpPr>
            <a:cxnSpLocks/>
            <a:stCxn id="1243" idx="5"/>
            <a:endCxn id="1247" idx="1"/>
          </p:cNvCxnSpPr>
          <p:nvPr/>
        </p:nvCxnSpPr>
        <p:spPr>
          <a:xfrm>
            <a:off x="12760858" y="10398235"/>
            <a:ext cx="162491" cy="180462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直接连接符 1252">
            <a:extLst>
              <a:ext uri="{FF2B5EF4-FFF2-40B4-BE49-F238E27FC236}">
                <a16:creationId xmlns:a16="http://schemas.microsoft.com/office/drawing/2014/main" id="{0570396E-F499-4FB4-B3D7-B0190788C45F}"/>
              </a:ext>
            </a:extLst>
          </p:cNvPr>
          <p:cNvCxnSpPr>
            <a:cxnSpLocks/>
            <a:stCxn id="1243" idx="6"/>
            <a:endCxn id="1245" idx="2"/>
          </p:cNvCxnSpPr>
          <p:nvPr/>
        </p:nvCxnSpPr>
        <p:spPr>
          <a:xfrm>
            <a:off x="12773547" y="10369570"/>
            <a:ext cx="132608" cy="69308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4" name="直接连接符 1253">
            <a:extLst>
              <a:ext uri="{FF2B5EF4-FFF2-40B4-BE49-F238E27FC236}">
                <a16:creationId xmlns:a16="http://schemas.microsoft.com/office/drawing/2014/main" id="{E4A95358-6CAC-4B85-A80D-FCC7F3325C03}"/>
              </a:ext>
            </a:extLst>
          </p:cNvPr>
          <p:cNvCxnSpPr>
            <a:cxnSpLocks/>
            <a:stCxn id="1245" idx="6"/>
            <a:endCxn id="1248" idx="2"/>
          </p:cNvCxnSpPr>
          <p:nvPr/>
        </p:nvCxnSpPr>
        <p:spPr>
          <a:xfrm flipV="1">
            <a:off x="12992800" y="10364224"/>
            <a:ext cx="104987" cy="74654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5" name="直接连接符 1254">
            <a:extLst>
              <a:ext uri="{FF2B5EF4-FFF2-40B4-BE49-F238E27FC236}">
                <a16:creationId xmlns:a16="http://schemas.microsoft.com/office/drawing/2014/main" id="{1E84EBDF-32F4-439D-B525-579D19F9686F}"/>
              </a:ext>
            </a:extLst>
          </p:cNvPr>
          <p:cNvCxnSpPr>
            <a:cxnSpLocks/>
            <a:stCxn id="1246" idx="6"/>
            <a:endCxn id="1248" idx="1"/>
          </p:cNvCxnSpPr>
          <p:nvPr/>
        </p:nvCxnSpPr>
        <p:spPr>
          <a:xfrm>
            <a:off x="12991134" y="10257321"/>
            <a:ext cx="119342" cy="78237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直接连接符 1255">
            <a:extLst>
              <a:ext uri="{FF2B5EF4-FFF2-40B4-BE49-F238E27FC236}">
                <a16:creationId xmlns:a16="http://schemas.microsoft.com/office/drawing/2014/main" id="{D25B3D00-9995-4E89-B405-6D255E51E898}"/>
              </a:ext>
            </a:extLst>
          </p:cNvPr>
          <p:cNvCxnSpPr>
            <a:cxnSpLocks/>
            <a:stCxn id="1247" idx="6"/>
            <a:endCxn id="1249" idx="2"/>
          </p:cNvCxnSpPr>
          <p:nvPr/>
        </p:nvCxnSpPr>
        <p:spPr>
          <a:xfrm flipV="1">
            <a:off x="12997305" y="10538247"/>
            <a:ext cx="101808" cy="6911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7" name="直接连接符 1256">
            <a:extLst>
              <a:ext uri="{FF2B5EF4-FFF2-40B4-BE49-F238E27FC236}">
                <a16:creationId xmlns:a16="http://schemas.microsoft.com/office/drawing/2014/main" id="{101B3FCB-BE13-4048-A9FB-9925FD18D684}"/>
              </a:ext>
            </a:extLst>
          </p:cNvPr>
          <p:cNvCxnSpPr>
            <a:cxnSpLocks/>
            <a:stCxn id="1245" idx="6"/>
            <a:endCxn id="1249" idx="1"/>
          </p:cNvCxnSpPr>
          <p:nvPr/>
        </p:nvCxnSpPr>
        <p:spPr>
          <a:xfrm>
            <a:off x="12992800" y="10438878"/>
            <a:ext cx="119002" cy="70703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直接连接符 1257">
            <a:extLst>
              <a:ext uri="{FF2B5EF4-FFF2-40B4-BE49-F238E27FC236}">
                <a16:creationId xmlns:a16="http://schemas.microsoft.com/office/drawing/2014/main" id="{A4D45DBE-BF88-420B-B879-2F36E74D9F78}"/>
              </a:ext>
            </a:extLst>
          </p:cNvPr>
          <p:cNvCxnSpPr>
            <a:cxnSpLocks/>
            <a:stCxn id="1244" idx="5"/>
            <a:endCxn id="1247" idx="2"/>
          </p:cNvCxnSpPr>
          <p:nvPr/>
        </p:nvCxnSpPr>
        <p:spPr>
          <a:xfrm>
            <a:off x="12760858" y="10566970"/>
            <a:ext cx="149802" cy="40393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9" name="直接连接符 1258">
            <a:extLst>
              <a:ext uri="{FF2B5EF4-FFF2-40B4-BE49-F238E27FC236}">
                <a16:creationId xmlns:a16="http://schemas.microsoft.com/office/drawing/2014/main" id="{AD3A67A2-ADFB-4D17-9ECE-B85D586A31FB}"/>
              </a:ext>
            </a:extLst>
          </p:cNvPr>
          <p:cNvCxnSpPr>
            <a:cxnSpLocks/>
            <a:stCxn id="1244" idx="7"/>
            <a:endCxn id="1246" idx="3"/>
          </p:cNvCxnSpPr>
          <p:nvPr/>
        </p:nvCxnSpPr>
        <p:spPr>
          <a:xfrm flipV="1">
            <a:off x="12760858" y="10285986"/>
            <a:ext cx="156320" cy="223653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直接连接符 1259">
            <a:extLst>
              <a:ext uri="{FF2B5EF4-FFF2-40B4-BE49-F238E27FC236}">
                <a16:creationId xmlns:a16="http://schemas.microsoft.com/office/drawing/2014/main" id="{11B0ECAB-7863-4480-B07E-7A8FCDD0AB3B}"/>
              </a:ext>
            </a:extLst>
          </p:cNvPr>
          <p:cNvCxnSpPr>
            <a:cxnSpLocks/>
            <a:stCxn id="1246" idx="5"/>
            <a:endCxn id="1249" idx="0"/>
          </p:cNvCxnSpPr>
          <p:nvPr/>
        </p:nvCxnSpPr>
        <p:spPr>
          <a:xfrm>
            <a:off x="12978445" y="10285986"/>
            <a:ext cx="163991" cy="211722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1" name="直接连接符 1260">
            <a:extLst>
              <a:ext uri="{FF2B5EF4-FFF2-40B4-BE49-F238E27FC236}">
                <a16:creationId xmlns:a16="http://schemas.microsoft.com/office/drawing/2014/main" id="{4C719556-47DA-4331-9E6D-7FB611CA3CE5}"/>
              </a:ext>
            </a:extLst>
          </p:cNvPr>
          <p:cNvCxnSpPr>
            <a:cxnSpLocks/>
            <a:stCxn id="1247" idx="7"/>
          </p:cNvCxnSpPr>
          <p:nvPr/>
        </p:nvCxnSpPr>
        <p:spPr>
          <a:xfrm flipV="1">
            <a:off x="12984616" y="10401682"/>
            <a:ext cx="139136" cy="177015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2" name="矩形: 圆角 1261">
            <a:extLst>
              <a:ext uri="{FF2B5EF4-FFF2-40B4-BE49-F238E27FC236}">
                <a16:creationId xmlns:a16="http://schemas.microsoft.com/office/drawing/2014/main" id="{F92484B8-C008-4D56-A68A-EF410E0A9FB5}"/>
              </a:ext>
            </a:extLst>
          </p:cNvPr>
          <p:cNvSpPr/>
          <p:nvPr/>
        </p:nvSpPr>
        <p:spPr>
          <a:xfrm rot="5400000">
            <a:off x="13562948" y="10302522"/>
            <a:ext cx="984786" cy="290262"/>
          </a:xfrm>
          <a:prstGeom prst="roundRect">
            <a:avLst>
              <a:gd name="adj" fmla="val 7269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>
                <a:solidFill>
                  <a:srgbClr val="1A1C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</a:p>
        </p:txBody>
      </p:sp>
      <p:sp>
        <p:nvSpPr>
          <p:cNvPr id="1263" name="矩形: 圆角 1262">
            <a:extLst>
              <a:ext uri="{FF2B5EF4-FFF2-40B4-BE49-F238E27FC236}">
                <a16:creationId xmlns:a16="http://schemas.microsoft.com/office/drawing/2014/main" id="{59DE0283-6E3A-417C-A7A3-C8D5AF867B36}"/>
              </a:ext>
            </a:extLst>
          </p:cNvPr>
          <p:cNvSpPr/>
          <p:nvPr/>
        </p:nvSpPr>
        <p:spPr>
          <a:xfrm rot="5400000">
            <a:off x="12567162" y="10067351"/>
            <a:ext cx="704673" cy="762978"/>
          </a:xfrm>
          <a:prstGeom prst="roundRect">
            <a:avLst>
              <a:gd name="adj" fmla="val 7269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b="1" i="0" dirty="0">
              <a:solidFill>
                <a:srgbClr val="1A1C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4" name="文本框 1263">
            <a:extLst>
              <a:ext uri="{FF2B5EF4-FFF2-40B4-BE49-F238E27FC236}">
                <a16:creationId xmlns:a16="http://schemas.microsoft.com/office/drawing/2014/main" id="{2CC3A53A-BD44-4B77-8034-3084A193C837}"/>
              </a:ext>
            </a:extLst>
          </p:cNvPr>
          <p:cNvSpPr txBox="1"/>
          <p:nvPr/>
        </p:nvSpPr>
        <p:spPr>
          <a:xfrm>
            <a:off x="12464803" y="9847295"/>
            <a:ext cx="920092" cy="276999"/>
          </a:xfrm>
          <a:prstGeom prst="rect">
            <a:avLst/>
          </a:prstGeom>
          <a:noFill/>
          <a:ln w="25400"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TFR-MLP</a:t>
            </a:r>
          </a:p>
        </p:txBody>
      </p:sp>
      <p:sp>
        <p:nvSpPr>
          <p:cNvPr id="1265" name="文本框 1264">
            <a:extLst>
              <a:ext uri="{FF2B5EF4-FFF2-40B4-BE49-F238E27FC236}">
                <a16:creationId xmlns:a16="http://schemas.microsoft.com/office/drawing/2014/main" id="{02238AC1-EBD9-48E9-A82A-638754056DA2}"/>
              </a:ext>
            </a:extLst>
          </p:cNvPr>
          <p:cNvSpPr txBox="1"/>
          <p:nvPr/>
        </p:nvSpPr>
        <p:spPr>
          <a:xfrm>
            <a:off x="10985559" y="11496196"/>
            <a:ext cx="3640801" cy="307777"/>
          </a:xfrm>
          <a:prstGeom prst="rect">
            <a:avLst/>
          </a:prstGeom>
          <a:noFill/>
          <a:ln w="25400"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TFR-MLP:</a:t>
            </a:r>
            <a:r>
              <a:rPr lang="zh-CN" alt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</a:t>
            </a:r>
            <a:r>
              <a:rPr lang="zh-CN" altLang="en-US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Refinement</a:t>
            </a:r>
          </a:p>
        </p:txBody>
      </p:sp>
      <p:cxnSp>
        <p:nvCxnSpPr>
          <p:cNvPr id="1266" name="直接箭头连接符 1265">
            <a:extLst>
              <a:ext uri="{FF2B5EF4-FFF2-40B4-BE49-F238E27FC236}">
                <a16:creationId xmlns:a16="http://schemas.microsoft.com/office/drawing/2014/main" id="{84989DFE-8FE9-4B85-92D6-8C7F61CC6587}"/>
              </a:ext>
            </a:extLst>
          </p:cNvPr>
          <p:cNvCxnSpPr>
            <a:cxnSpLocks/>
            <a:stCxn id="1242" idx="0"/>
            <a:endCxn id="1262" idx="2"/>
          </p:cNvCxnSpPr>
          <p:nvPr/>
        </p:nvCxnSpPr>
        <p:spPr>
          <a:xfrm>
            <a:off x="13752335" y="10447279"/>
            <a:ext cx="157875" cy="3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8" name="文本框 1267">
                <a:extLst>
                  <a:ext uri="{FF2B5EF4-FFF2-40B4-BE49-F238E27FC236}">
                    <a16:creationId xmlns:a16="http://schemas.microsoft.com/office/drawing/2014/main" id="{A18E502A-E0F0-4672-B89A-F9A00A5C1648}"/>
                  </a:ext>
                </a:extLst>
              </p:cNvPr>
              <p:cNvSpPr txBox="1"/>
              <p:nvPr/>
            </p:nvSpPr>
            <p:spPr>
              <a:xfrm>
                <a:off x="12730224" y="10994479"/>
                <a:ext cx="1186362" cy="3898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𝐎𝐮𝐭</m:t>
                          </m:r>
                        </m:sub>
                        <m:sup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𝑽𝑶𝑻</m:t>
                          </m:r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𝑹𝑪𝑭</m:t>
                          </m:r>
                        </m:sup>
                      </m:sSubSup>
                    </m:oMath>
                  </m:oMathPara>
                </a14:m>
                <a:endParaRPr lang="en-US" altLang="zh-CN" b="1" dirty="0">
                  <a:solidFill>
                    <a:srgbClr val="FF0000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68" name="文本框 1267">
                <a:extLst>
                  <a:ext uri="{FF2B5EF4-FFF2-40B4-BE49-F238E27FC236}">
                    <a16:creationId xmlns:a16="http://schemas.microsoft.com/office/drawing/2014/main" id="{A18E502A-E0F0-4672-B89A-F9A00A5C1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0224" y="10994479"/>
                <a:ext cx="1186362" cy="389850"/>
              </a:xfrm>
              <a:prstGeom prst="rect">
                <a:avLst/>
              </a:prstGeom>
              <a:blipFill>
                <a:blip r:embed="rId10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文本框 308">
                <a:extLst>
                  <a:ext uri="{FF2B5EF4-FFF2-40B4-BE49-F238E27FC236}">
                    <a16:creationId xmlns:a16="http://schemas.microsoft.com/office/drawing/2014/main" id="{7F55FA6B-87A1-4196-8133-DBD519421A5E}"/>
                  </a:ext>
                </a:extLst>
              </p:cNvPr>
              <p:cNvSpPr txBox="1"/>
              <p:nvPr/>
            </p:nvSpPr>
            <p:spPr>
              <a:xfrm>
                <a:off x="1204959" y="-1392618"/>
                <a:ext cx="4057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acc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09" name="文本框 308">
                <a:extLst>
                  <a:ext uri="{FF2B5EF4-FFF2-40B4-BE49-F238E27FC236}">
                    <a16:creationId xmlns:a16="http://schemas.microsoft.com/office/drawing/2014/main" id="{7F55FA6B-87A1-4196-8133-DBD519421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959" y="-1392618"/>
                <a:ext cx="405765" cy="369332"/>
              </a:xfrm>
              <a:prstGeom prst="rect">
                <a:avLst/>
              </a:prstGeom>
              <a:blipFill>
                <a:blip r:embed="rId10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7" name="连接符: 肘形 326">
            <a:extLst>
              <a:ext uri="{FF2B5EF4-FFF2-40B4-BE49-F238E27FC236}">
                <a16:creationId xmlns:a16="http://schemas.microsoft.com/office/drawing/2014/main" id="{6CDD08B4-7829-4FED-BF0F-E8C9E582BD95}"/>
              </a:ext>
            </a:extLst>
          </p:cNvPr>
          <p:cNvCxnSpPr>
            <a:cxnSpLocks/>
            <a:stCxn id="1119" idx="3"/>
            <a:endCxn id="1132" idx="1"/>
          </p:cNvCxnSpPr>
          <p:nvPr/>
        </p:nvCxnSpPr>
        <p:spPr>
          <a:xfrm flipV="1">
            <a:off x="12350208" y="6107395"/>
            <a:ext cx="242428" cy="682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连接符: 肘形 329">
            <a:extLst>
              <a:ext uri="{FF2B5EF4-FFF2-40B4-BE49-F238E27FC236}">
                <a16:creationId xmlns:a16="http://schemas.microsoft.com/office/drawing/2014/main" id="{331F7F25-4494-42AC-B836-3839496E47C4}"/>
              </a:ext>
            </a:extLst>
          </p:cNvPr>
          <p:cNvCxnSpPr>
            <a:cxnSpLocks/>
            <a:stCxn id="1128" idx="3"/>
            <a:endCxn id="1133" idx="1"/>
          </p:cNvCxnSpPr>
          <p:nvPr/>
        </p:nvCxnSpPr>
        <p:spPr>
          <a:xfrm>
            <a:off x="12340682" y="6809397"/>
            <a:ext cx="245604" cy="6832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连接符: 肘形 314">
            <a:extLst>
              <a:ext uri="{FF2B5EF4-FFF2-40B4-BE49-F238E27FC236}">
                <a16:creationId xmlns:a16="http://schemas.microsoft.com/office/drawing/2014/main" id="{ACFE84C3-591C-4A24-B9BE-B9D5B4351BBF}"/>
              </a:ext>
            </a:extLst>
          </p:cNvPr>
          <p:cNvCxnSpPr>
            <a:cxnSpLocks/>
            <a:stCxn id="1262" idx="0"/>
            <a:endCxn id="1268" idx="3"/>
          </p:cNvCxnSpPr>
          <p:nvPr/>
        </p:nvCxnSpPr>
        <p:spPr>
          <a:xfrm flipH="1">
            <a:off x="13916586" y="10447653"/>
            <a:ext cx="283886" cy="741751"/>
          </a:xfrm>
          <a:prstGeom prst="bentConnector3">
            <a:avLst>
              <a:gd name="adj1" fmla="val -35089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611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FB48-9F86-F39C-345C-65E9FCA28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2C099E4C-6035-45C5-9F84-172DB71BF2EC}"/>
              </a:ext>
            </a:extLst>
          </p:cNvPr>
          <p:cNvSpPr/>
          <p:nvPr/>
        </p:nvSpPr>
        <p:spPr>
          <a:xfrm>
            <a:off x="-477531" y="-1006254"/>
            <a:ext cx="3064919" cy="7460848"/>
          </a:xfrm>
          <a:prstGeom prst="roundRect">
            <a:avLst>
              <a:gd name="adj" fmla="val 6219"/>
            </a:avLst>
          </a:prstGeom>
          <a:solidFill>
            <a:srgbClr val="F7F7F7"/>
          </a:solidFill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502E11E6-D961-4EC6-8D56-63561003AAE3}"/>
              </a:ext>
            </a:extLst>
          </p:cNvPr>
          <p:cNvGrpSpPr/>
          <p:nvPr/>
        </p:nvGrpSpPr>
        <p:grpSpPr>
          <a:xfrm>
            <a:off x="332931" y="3622790"/>
            <a:ext cx="1394106" cy="1101232"/>
            <a:chOff x="-3357416" y="4456307"/>
            <a:chExt cx="1394106" cy="1101232"/>
          </a:xfrm>
        </p:grpSpPr>
        <p:sp>
          <p:nvSpPr>
            <p:cNvPr id="4" name="立方体 3">
              <a:extLst>
                <a:ext uri="{FF2B5EF4-FFF2-40B4-BE49-F238E27FC236}">
                  <a16:creationId xmlns:a16="http://schemas.microsoft.com/office/drawing/2014/main" id="{88084C77-DD6C-423D-99D2-050EC22B5620}"/>
                </a:ext>
              </a:extLst>
            </p:cNvPr>
            <p:cNvSpPr/>
            <p:nvPr/>
          </p:nvSpPr>
          <p:spPr>
            <a:xfrm>
              <a:off x="-3174536" y="5007741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立方体 9">
              <a:extLst>
                <a:ext uri="{FF2B5EF4-FFF2-40B4-BE49-F238E27FC236}">
                  <a16:creationId xmlns:a16="http://schemas.microsoft.com/office/drawing/2014/main" id="{7DA179A2-B99B-43DF-A8CA-7F3DF5A5E692}"/>
                </a:ext>
              </a:extLst>
            </p:cNvPr>
            <p:cNvSpPr/>
            <p:nvPr/>
          </p:nvSpPr>
          <p:spPr>
            <a:xfrm>
              <a:off x="-2890056" y="5007741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立方体 12">
              <a:extLst>
                <a:ext uri="{FF2B5EF4-FFF2-40B4-BE49-F238E27FC236}">
                  <a16:creationId xmlns:a16="http://schemas.microsoft.com/office/drawing/2014/main" id="{FC646493-3BBE-4167-9C88-DE485D9D27D2}"/>
                </a:ext>
              </a:extLst>
            </p:cNvPr>
            <p:cNvSpPr/>
            <p:nvPr/>
          </p:nvSpPr>
          <p:spPr>
            <a:xfrm>
              <a:off x="-2614643" y="5007741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立方体 13">
              <a:extLst>
                <a:ext uri="{FF2B5EF4-FFF2-40B4-BE49-F238E27FC236}">
                  <a16:creationId xmlns:a16="http://schemas.microsoft.com/office/drawing/2014/main" id="{ED0087D2-1080-4953-AAAA-1CC0DDEA2EE4}"/>
                </a:ext>
              </a:extLst>
            </p:cNvPr>
            <p:cNvSpPr/>
            <p:nvPr/>
          </p:nvSpPr>
          <p:spPr>
            <a:xfrm>
              <a:off x="-2339230" y="5007741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立方体 23">
              <a:extLst>
                <a:ext uri="{FF2B5EF4-FFF2-40B4-BE49-F238E27FC236}">
                  <a16:creationId xmlns:a16="http://schemas.microsoft.com/office/drawing/2014/main" id="{D1A761F9-05D5-49C8-BDA8-27B2C03810DF}"/>
                </a:ext>
              </a:extLst>
            </p:cNvPr>
            <p:cNvSpPr/>
            <p:nvPr/>
          </p:nvSpPr>
          <p:spPr>
            <a:xfrm>
              <a:off x="-3174536" y="4731206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立方体 24">
              <a:extLst>
                <a:ext uri="{FF2B5EF4-FFF2-40B4-BE49-F238E27FC236}">
                  <a16:creationId xmlns:a16="http://schemas.microsoft.com/office/drawing/2014/main" id="{F55D59D3-2071-4774-9B63-11D636DC242E}"/>
                </a:ext>
              </a:extLst>
            </p:cNvPr>
            <p:cNvSpPr/>
            <p:nvPr/>
          </p:nvSpPr>
          <p:spPr>
            <a:xfrm>
              <a:off x="-2890056" y="4731206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立方体 25">
              <a:extLst>
                <a:ext uri="{FF2B5EF4-FFF2-40B4-BE49-F238E27FC236}">
                  <a16:creationId xmlns:a16="http://schemas.microsoft.com/office/drawing/2014/main" id="{463A62A7-35AD-436C-B943-5F4564B275A5}"/>
                </a:ext>
              </a:extLst>
            </p:cNvPr>
            <p:cNvSpPr/>
            <p:nvPr/>
          </p:nvSpPr>
          <p:spPr>
            <a:xfrm>
              <a:off x="-2614643" y="4731206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立方体 26">
              <a:extLst>
                <a:ext uri="{FF2B5EF4-FFF2-40B4-BE49-F238E27FC236}">
                  <a16:creationId xmlns:a16="http://schemas.microsoft.com/office/drawing/2014/main" id="{8B12BDC4-1909-468F-9306-100DDF320259}"/>
                </a:ext>
              </a:extLst>
            </p:cNvPr>
            <p:cNvSpPr/>
            <p:nvPr/>
          </p:nvSpPr>
          <p:spPr>
            <a:xfrm>
              <a:off x="-2339230" y="4731206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立方体 27">
              <a:extLst>
                <a:ext uri="{FF2B5EF4-FFF2-40B4-BE49-F238E27FC236}">
                  <a16:creationId xmlns:a16="http://schemas.microsoft.com/office/drawing/2014/main" id="{3BE75A2A-9F63-4600-8D8E-34783CB09238}"/>
                </a:ext>
              </a:extLst>
            </p:cNvPr>
            <p:cNvSpPr/>
            <p:nvPr/>
          </p:nvSpPr>
          <p:spPr>
            <a:xfrm>
              <a:off x="-3174536" y="4456307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立方体 28">
              <a:extLst>
                <a:ext uri="{FF2B5EF4-FFF2-40B4-BE49-F238E27FC236}">
                  <a16:creationId xmlns:a16="http://schemas.microsoft.com/office/drawing/2014/main" id="{79316C95-806C-4461-A8A5-4B78D8628411}"/>
                </a:ext>
              </a:extLst>
            </p:cNvPr>
            <p:cNvSpPr/>
            <p:nvPr/>
          </p:nvSpPr>
          <p:spPr>
            <a:xfrm>
              <a:off x="-2890056" y="4456307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立方体 29">
              <a:extLst>
                <a:ext uri="{FF2B5EF4-FFF2-40B4-BE49-F238E27FC236}">
                  <a16:creationId xmlns:a16="http://schemas.microsoft.com/office/drawing/2014/main" id="{F0DE0F07-1D33-4E8F-A8FA-1E7AFAFC7091}"/>
                </a:ext>
              </a:extLst>
            </p:cNvPr>
            <p:cNvSpPr/>
            <p:nvPr/>
          </p:nvSpPr>
          <p:spPr>
            <a:xfrm>
              <a:off x="-2614643" y="4456307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立方体 30">
              <a:extLst>
                <a:ext uri="{FF2B5EF4-FFF2-40B4-BE49-F238E27FC236}">
                  <a16:creationId xmlns:a16="http://schemas.microsoft.com/office/drawing/2014/main" id="{A981FFD7-5E3C-455B-9834-DE71BEE3E4B4}"/>
                </a:ext>
              </a:extLst>
            </p:cNvPr>
            <p:cNvSpPr/>
            <p:nvPr/>
          </p:nvSpPr>
          <p:spPr>
            <a:xfrm>
              <a:off x="-2339230" y="4456307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立方体 31">
              <a:extLst>
                <a:ext uri="{FF2B5EF4-FFF2-40B4-BE49-F238E27FC236}">
                  <a16:creationId xmlns:a16="http://schemas.microsoft.com/office/drawing/2014/main" id="{6AE6BBED-24B1-49C8-B3B0-F8F67C05A4B9}"/>
                </a:ext>
              </a:extLst>
            </p:cNvPr>
            <p:cNvSpPr/>
            <p:nvPr/>
          </p:nvSpPr>
          <p:spPr>
            <a:xfrm>
              <a:off x="-3265976" y="5099181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立方体 32">
              <a:extLst>
                <a:ext uri="{FF2B5EF4-FFF2-40B4-BE49-F238E27FC236}">
                  <a16:creationId xmlns:a16="http://schemas.microsoft.com/office/drawing/2014/main" id="{7A45D76E-918B-4885-88AF-92C5EA876F92}"/>
                </a:ext>
              </a:extLst>
            </p:cNvPr>
            <p:cNvSpPr/>
            <p:nvPr/>
          </p:nvSpPr>
          <p:spPr>
            <a:xfrm>
              <a:off x="-2981496" y="5099181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立方体 33">
              <a:extLst>
                <a:ext uri="{FF2B5EF4-FFF2-40B4-BE49-F238E27FC236}">
                  <a16:creationId xmlns:a16="http://schemas.microsoft.com/office/drawing/2014/main" id="{ED5A5D92-21E8-40AD-881A-2535F475B9FB}"/>
                </a:ext>
              </a:extLst>
            </p:cNvPr>
            <p:cNvSpPr/>
            <p:nvPr/>
          </p:nvSpPr>
          <p:spPr>
            <a:xfrm>
              <a:off x="-2706083" y="5099181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立方体 34">
              <a:extLst>
                <a:ext uri="{FF2B5EF4-FFF2-40B4-BE49-F238E27FC236}">
                  <a16:creationId xmlns:a16="http://schemas.microsoft.com/office/drawing/2014/main" id="{30856C75-DC70-4184-BB22-62B04F994C44}"/>
                </a:ext>
              </a:extLst>
            </p:cNvPr>
            <p:cNvSpPr/>
            <p:nvPr/>
          </p:nvSpPr>
          <p:spPr>
            <a:xfrm>
              <a:off x="-2430670" y="5099181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立方体 35">
              <a:extLst>
                <a:ext uri="{FF2B5EF4-FFF2-40B4-BE49-F238E27FC236}">
                  <a16:creationId xmlns:a16="http://schemas.microsoft.com/office/drawing/2014/main" id="{51E11B2E-1737-4A50-B2C2-A2FF2298ABAB}"/>
                </a:ext>
              </a:extLst>
            </p:cNvPr>
            <p:cNvSpPr/>
            <p:nvPr/>
          </p:nvSpPr>
          <p:spPr>
            <a:xfrm>
              <a:off x="-3265976" y="4822646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立方体 36">
              <a:extLst>
                <a:ext uri="{FF2B5EF4-FFF2-40B4-BE49-F238E27FC236}">
                  <a16:creationId xmlns:a16="http://schemas.microsoft.com/office/drawing/2014/main" id="{EFAD28B9-5220-41A6-9E64-A9581CB9C0C0}"/>
                </a:ext>
              </a:extLst>
            </p:cNvPr>
            <p:cNvSpPr/>
            <p:nvPr/>
          </p:nvSpPr>
          <p:spPr>
            <a:xfrm>
              <a:off x="-2981496" y="4822646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立方体 37">
              <a:extLst>
                <a:ext uri="{FF2B5EF4-FFF2-40B4-BE49-F238E27FC236}">
                  <a16:creationId xmlns:a16="http://schemas.microsoft.com/office/drawing/2014/main" id="{D8996C07-D934-4598-AE09-889DFBD0B627}"/>
                </a:ext>
              </a:extLst>
            </p:cNvPr>
            <p:cNvSpPr/>
            <p:nvPr/>
          </p:nvSpPr>
          <p:spPr>
            <a:xfrm>
              <a:off x="-2706083" y="4822646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立方体 38">
              <a:extLst>
                <a:ext uri="{FF2B5EF4-FFF2-40B4-BE49-F238E27FC236}">
                  <a16:creationId xmlns:a16="http://schemas.microsoft.com/office/drawing/2014/main" id="{42796899-F1CB-4609-B7DF-3A1DC61AA892}"/>
                </a:ext>
              </a:extLst>
            </p:cNvPr>
            <p:cNvSpPr/>
            <p:nvPr/>
          </p:nvSpPr>
          <p:spPr>
            <a:xfrm>
              <a:off x="-2430670" y="4822646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立方体 39">
              <a:extLst>
                <a:ext uri="{FF2B5EF4-FFF2-40B4-BE49-F238E27FC236}">
                  <a16:creationId xmlns:a16="http://schemas.microsoft.com/office/drawing/2014/main" id="{BE88905F-68E2-415B-B0E3-EED5FD257556}"/>
                </a:ext>
              </a:extLst>
            </p:cNvPr>
            <p:cNvSpPr/>
            <p:nvPr/>
          </p:nvSpPr>
          <p:spPr>
            <a:xfrm>
              <a:off x="-3265976" y="4547747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立方体 40">
              <a:extLst>
                <a:ext uri="{FF2B5EF4-FFF2-40B4-BE49-F238E27FC236}">
                  <a16:creationId xmlns:a16="http://schemas.microsoft.com/office/drawing/2014/main" id="{91FEC9E3-038F-4091-A039-87886D3BB4E5}"/>
                </a:ext>
              </a:extLst>
            </p:cNvPr>
            <p:cNvSpPr/>
            <p:nvPr/>
          </p:nvSpPr>
          <p:spPr>
            <a:xfrm>
              <a:off x="-2981496" y="4547747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立方体 41">
              <a:extLst>
                <a:ext uri="{FF2B5EF4-FFF2-40B4-BE49-F238E27FC236}">
                  <a16:creationId xmlns:a16="http://schemas.microsoft.com/office/drawing/2014/main" id="{A17D9B05-B5A7-42C3-91B2-85412E99704F}"/>
                </a:ext>
              </a:extLst>
            </p:cNvPr>
            <p:cNvSpPr/>
            <p:nvPr/>
          </p:nvSpPr>
          <p:spPr>
            <a:xfrm>
              <a:off x="-2706083" y="4547747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立方体 42">
              <a:extLst>
                <a:ext uri="{FF2B5EF4-FFF2-40B4-BE49-F238E27FC236}">
                  <a16:creationId xmlns:a16="http://schemas.microsoft.com/office/drawing/2014/main" id="{830FF0C5-8A68-4383-B804-3194C82179C2}"/>
                </a:ext>
              </a:extLst>
            </p:cNvPr>
            <p:cNvSpPr/>
            <p:nvPr/>
          </p:nvSpPr>
          <p:spPr>
            <a:xfrm>
              <a:off x="-2430670" y="4547747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立方体 43">
              <a:extLst>
                <a:ext uri="{FF2B5EF4-FFF2-40B4-BE49-F238E27FC236}">
                  <a16:creationId xmlns:a16="http://schemas.microsoft.com/office/drawing/2014/main" id="{05B91FCC-47E0-4F89-89C5-0126418E0EA9}"/>
                </a:ext>
              </a:extLst>
            </p:cNvPr>
            <p:cNvSpPr/>
            <p:nvPr/>
          </p:nvSpPr>
          <p:spPr>
            <a:xfrm>
              <a:off x="-3357416" y="5190621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立方体 44">
              <a:extLst>
                <a:ext uri="{FF2B5EF4-FFF2-40B4-BE49-F238E27FC236}">
                  <a16:creationId xmlns:a16="http://schemas.microsoft.com/office/drawing/2014/main" id="{584F4211-D04B-465B-9BEB-CB9897B866FF}"/>
                </a:ext>
              </a:extLst>
            </p:cNvPr>
            <p:cNvSpPr/>
            <p:nvPr/>
          </p:nvSpPr>
          <p:spPr>
            <a:xfrm>
              <a:off x="-3072936" y="5190621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立方体 45">
              <a:extLst>
                <a:ext uri="{FF2B5EF4-FFF2-40B4-BE49-F238E27FC236}">
                  <a16:creationId xmlns:a16="http://schemas.microsoft.com/office/drawing/2014/main" id="{5C07A440-0EBC-409D-8877-E67F29416703}"/>
                </a:ext>
              </a:extLst>
            </p:cNvPr>
            <p:cNvSpPr/>
            <p:nvPr/>
          </p:nvSpPr>
          <p:spPr>
            <a:xfrm>
              <a:off x="-2797523" y="5190621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立方体 46">
              <a:extLst>
                <a:ext uri="{FF2B5EF4-FFF2-40B4-BE49-F238E27FC236}">
                  <a16:creationId xmlns:a16="http://schemas.microsoft.com/office/drawing/2014/main" id="{39805A8A-EDD3-41B2-A61D-B6CE15715779}"/>
                </a:ext>
              </a:extLst>
            </p:cNvPr>
            <p:cNvSpPr/>
            <p:nvPr/>
          </p:nvSpPr>
          <p:spPr>
            <a:xfrm>
              <a:off x="-2522110" y="5190621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立方体 47">
              <a:extLst>
                <a:ext uri="{FF2B5EF4-FFF2-40B4-BE49-F238E27FC236}">
                  <a16:creationId xmlns:a16="http://schemas.microsoft.com/office/drawing/2014/main" id="{9C75643E-C081-4BDC-93C2-F06162C9A086}"/>
                </a:ext>
              </a:extLst>
            </p:cNvPr>
            <p:cNvSpPr/>
            <p:nvPr/>
          </p:nvSpPr>
          <p:spPr>
            <a:xfrm>
              <a:off x="-3357416" y="4914086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立方体 48">
              <a:extLst>
                <a:ext uri="{FF2B5EF4-FFF2-40B4-BE49-F238E27FC236}">
                  <a16:creationId xmlns:a16="http://schemas.microsoft.com/office/drawing/2014/main" id="{827F6F72-3ABE-43B3-B10D-2A33A724E350}"/>
                </a:ext>
              </a:extLst>
            </p:cNvPr>
            <p:cNvSpPr/>
            <p:nvPr/>
          </p:nvSpPr>
          <p:spPr>
            <a:xfrm>
              <a:off x="-3072936" y="4914086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立方体 49">
              <a:extLst>
                <a:ext uri="{FF2B5EF4-FFF2-40B4-BE49-F238E27FC236}">
                  <a16:creationId xmlns:a16="http://schemas.microsoft.com/office/drawing/2014/main" id="{38921DA7-38D6-4C96-B2BE-50FB2D99B92C}"/>
                </a:ext>
              </a:extLst>
            </p:cNvPr>
            <p:cNvSpPr/>
            <p:nvPr/>
          </p:nvSpPr>
          <p:spPr>
            <a:xfrm>
              <a:off x="-2797523" y="4914086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立方体 50">
              <a:extLst>
                <a:ext uri="{FF2B5EF4-FFF2-40B4-BE49-F238E27FC236}">
                  <a16:creationId xmlns:a16="http://schemas.microsoft.com/office/drawing/2014/main" id="{672E0DC2-C016-47E5-BAF6-5B451C3D6805}"/>
                </a:ext>
              </a:extLst>
            </p:cNvPr>
            <p:cNvSpPr/>
            <p:nvPr/>
          </p:nvSpPr>
          <p:spPr>
            <a:xfrm>
              <a:off x="-2522110" y="4914086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立方体 51">
              <a:extLst>
                <a:ext uri="{FF2B5EF4-FFF2-40B4-BE49-F238E27FC236}">
                  <a16:creationId xmlns:a16="http://schemas.microsoft.com/office/drawing/2014/main" id="{FC3C5AD0-5AD2-4855-B6AD-5B5477D4FF4C}"/>
                </a:ext>
              </a:extLst>
            </p:cNvPr>
            <p:cNvSpPr/>
            <p:nvPr/>
          </p:nvSpPr>
          <p:spPr>
            <a:xfrm>
              <a:off x="-3357416" y="4639187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立方体 52">
              <a:extLst>
                <a:ext uri="{FF2B5EF4-FFF2-40B4-BE49-F238E27FC236}">
                  <a16:creationId xmlns:a16="http://schemas.microsoft.com/office/drawing/2014/main" id="{58C7B00C-9190-4B1B-8014-2249670B58B5}"/>
                </a:ext>
              </a:extLst>
            </p:cNvPr>
            <p:cNvSpPr/>
            <p:nvPr/>
          </p:nvSpPr>
          <p:spPr>
            <a:xfrm>
              <a:off x="-3072936" y="4639187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立方体 53">
              <a:extLst>
                <a:ext uri="{FF2B5EF4-FFF2-40B4-BE49-F238E27FC236}">
                  <a16:creationId xmlns:a16="http://schemas.microsoft.com/office/drawing/2014/main" id="{AC4C9DB3-A467-467B-9897-49621F079F9A}"/>
                </a:ext>
              </a:extLst>
            </p:cNvPr>
            <p:cNvSpPr/>
            <p:nvPr/>
          </p:nvSpPr>
          <p:spPr>
            <a:xfrm>
              <a:off x="-2797523" y="4639187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立方体 54">
              <a:extLst>
                <a:ext uri="{FF2B5EF4-FFF2-40B4-BE49-F238E27FC236}">
                  <a16:creationId xmlns:a16="http://schemas.microsoft.com/office/drawing/2014/main" id="{0A3CC2FB-15D8-4B28-841F-57813335D6C4}"/>
                </a:ext>
              </a:extLst>
            </p:cNvPr>
            <p:cNvSpPr/>
            <p:nvPr/>
          </p:nvSpPr>
          <p:spPr>
            <a:xfrm>
              <a:off x="-2522110" y="4639187"/>
              <a:ext cx="375920" cy="366918"/>
            </a:xfrm>
            <a:prstGeom prst="cube">
              <a:avLst/>
            </a:prstGeom>
            <a:gradFill>
              <a:gsLst>
                <a:gs pos="53000">
                  <a:schemeClr val="bg1">
                    <a:lumMod val="95000"/>
                  </a:schemeClr>
                </a:gs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  <a:ln w="25400">
              <a:gradFill>
                <a:gsLst>
                  <a:gs pos="0">
                    <a:schemeClr val="bg1">
                      <a:lumMod val="85000"/>
                    </a:schemeClr>
                  </a:gs>
                  <a:gs pos="24000">
                    <a:schemeClr val="bg1">
                      <a:lumMod val="65000"/>
                    </a:schemeClr>
                  </a:gs>
                  <a:gs pos="64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A930D1F-7776-4C11-9FDB-A3A6B705D988}"/>
                  </a:ext>
                </a:extLst>
              </p:cNvPr>
              <p:cNvSpPr txBox="1"/>
              <p:nvPr/>
            </p:nvSpPr>
            <p:spPr>
              <a:xfrm>
                <a:off x="162645" y="4776685"/>
                <a:ext cx="1694630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sup>
                      </m:sSup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A930D1F-7776-4C11-9FDB-A3A6B705D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45" y="4776685"/>
                <a:ext cx="1694630" cy="374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本框 55">
            <a:extLst>
              <a:ext uri="{FF2B5EF4-FFF2-40B4-BE49-F238E27FC236}">
                <a16:creationId xmlns:a16="http://schemas.microsoft.com/office/drawing/2014/main" id="{5D664D30-F49E-459A-A985-CDC25A16DE7A}"/>
              </a:ext>
            </a:extLst>
          </p:cNvPr>
          <p:cNvSpPr txBox="1"/>
          <p:nvPr/>
        </p:nvSpPr>
        <p:spPr>
          <a:xfrm>
            <a:off x="-167542" y="-719335"/>
            <a:ext cx="256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Traffic Input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59FBD6EC-54B1-4535-B123-CE66DC5A8D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6651" y1="24482" x2="50319" y2="26156"/>
                        <a14:foregroundMark x1="27990" y1="21691" x2="28150" y2="23126"/>
                        <a14:foregroundMark x1="65869" y1="53110" x2="55662" y2="63317"/>
                        <a14:foregroundMark x1="55662" y1="63317" x2="50718" y2="73923"/>
                        <a14:foregroundMark x1="50718" y1="73923" x2="57337" y2="72967"/>
                        <a14:foregroundMark x1="71930" y1="61085" x2="70494" y2="70415"/>
                        <a14:foregroundMark x1="44418" y1="73844" x2="54944" y2="75758"/>
                        <a14:foregroundMark x1="67783" y1="73206" x2="69298" y2="76794"/>
                        <a14:foregroundMark x1="47049" y1="75439" x2="54226" y2="77352"/>
                        <a14:foregroundMark x1="57018" y1="74003" x2="69458" y2="66587"/>
                        <a14:foregroundMark x1="69458" y1="66587" x2="74801" y2="58214"/>
                        <a14:foregroundMark x1="74801" y1="58214" x2="75837" y2="53349"/>
                        <a14:foregroundMark x1="75518" y1="54386" x2="68979" y2="78389"/>
                        <a14:foregroundMark x1="52711" y1="76236" x2="46332" y2="76475"/>
                        <a14:foregroundMark x1="43939" y1="76316" x2="47049" y2="77273"/>
                        <a14:foregroundMark x1="64274" y1="28788" x2="64992" y2="29107"/>
                        <a14:foregroundMark x1="66746" y1="23923" x2="67783" y2="25359"/>
                        <a14:foregroundMark x1="67943" y1="20654" x2="69617" y2="21372"/>
                        <a14:foregroundMark x1="70175" y1="17703" x2="71531" y2="182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3756" y="-99157"/>
            <a:ext cx="1413374" cy="1413374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4C5CEEC6-5FCD-4FFE-B840-8C26EABA5A9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5" t="21628" r="8455" b="26965"/>
          <a:stretch/>
        </p:blipFill>
        <p:spPr>
          <a:xfrm>
            <a:off x="1293918" y="1988934"/>
            <a:ext cx="1224619" cy="794286"/>
          </a:xfrm>
          <a:prstGeom prst="rect">
            <a:avLst/>
          </a:prstGeom>
        </p:spPr>
      </p:pic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18B5434C-4956-4232-B660-9F31B1344A80}"/>
              </a:ext>
            </a:extLst>
          </p:cNvPr>
          <p:cNvCxnSpPr>
            <a:cxnSpLocks/>
          </p:cNvCxnSpPr>
          <p:nvPr/>
        </p:nvCxnSpPr>
        <p:spPr>
          <a:xfrm>
            <a:off x="-339486" y="1448281"/>
            <a:ext cx="2794831" cy="0"/>
          </a:xfrm>
          <a:prstGeom prst="line">
            <a:avLst/>
          </a:prstGeom>
          <a:ln w="25400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图片 71">
            <a:extLst>
              <a:ext uri="{FF2B5EF4-FFF2-40B4-BE49-F238E27FC236}">
                <a16:creationId xmlns:a16="http://schemas.microsoft.com/office/drawing/2014/main" id="{B48896DF-415C-4AEF-8E47-9C237F0C1A1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2" t="14329" r="5954" b="20154"/>
          <a:stretch/>
        </p:blipFill>
        <p:spPr>
          <a:xfrm>
            <a:off x="-280484" y="1777603"/>
            <a:ext cx="1320102" cy="1005510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E7B1601-B4A1-4BFF-AA26-8DC0CDF89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027" y="25537"/>
            <a:ext cx="1021810" cy="101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箭头: 下 72">
            <a:extLst>
              <a:ext uri="{FF2B5EF4-FFF2-40B4-BE49-F238E27FC236}">
                <a16:creationId xmlns:a16="http://schemas.microsoft.com/office/drawing/2014/main" id="{5139617E-6509-4767-8CF0-D8A35B973A01}"/>
              </a:ext>
            </a:extLst>
          </p:cNvPr>
          <p:cNvSpPr/>
          <p:nvPr/>
        </p:nvSpPr>
        <p:spPr>
          <a:xfrm>
            <a:off x="901558" y="1225904"/>
            <a:ext cx="324219" cy="461665"/>
          </a:xfrm>
          <a:prstGeom prst="downArrow">
            <a:avLst/>
          </a:prstGeom>
          <a:gradFill>
            <a:gsLst>
              <a:gs pos="33000">
                <a:schemeClr val="bg1">
                  <a:lumMod val="95000"/>
                </a:schemeClr>
              </a:gs>
              <a:gs pos="62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13580A02-EDA8-4F43-8622-65232F2F3F0F}"/>
              </a:ext>
            </a:extLst>
          </p:cNvPr>
          <p:cNvCxnSpPr>
            <a:cxnSpLocks/>
          </p:cNvCxnSpPr>
          <p:nvPr/>
        </p:nvCxnSpPr>
        <p:spPr>
          <a:xfrm>
            <a:off x="-373756" y="3242330"/>
            <a:ext cx="2829101" cy="0"/>
          </a:xfrm>
          <a:prstGeom prst="line">
            <a:avLst/>
          </a:prstGeom>
          <a:ln w="25400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箭头: 下 78">
            <a:extLst>
              <a:ext uri="{FF2B5EF4-FFF2-40B4-BE49-F238E27FC236}">
                <a16:creationId xmlns:a16="http://schemas.microsoft.com/office/drawing/2014/main" id="{F81E2183-25B0-44E4-80B5-9126BA997E47}"/>
              </a:ext>
            </a:extLst>
          </p:cNvPr>
          <p:cNvSpPr/>
          <p:nvPr/>
        </p:nvSpPr>
        <p:spPr>
          <a:xfrm>
            <a:off x="901558" y="3018728"/>
            <a:ext cx="324219" cy="461665"/>
          </a:xfrm>
          <a:prstGeom prst="downArrow">
            <a:avLst/>
          </a:prstGeom>
          <a:gradFill>
            <a:gsLst>
              <a:gs pos="33000">
                <a:schemeClr val="bg1">
                  <a:lumMod val="95000"/>
                </a:schemeClr>
              </a:gs>
              <a:gs pos="62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103B0EC0-FABF-40DB-8577-B6F190B4BC68}"/>
                  </a:ext>
                </a:extLst>
              </p:cNvPr>
              <p:cNvSpPr txBox="1"/>
              <p:nvPr/>
            </p:nvSpPr>
            <p:spPr>
              <a:xfrm>
                <a:off x="-280484" y="5295058"/>
                <a:ext cx="2200154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𝐁𝐚𝐭𝐜𝐡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𝐒𝐢𝐳𝐞</m:t>
                    </m:r>
                  </m:oMath>
                </a14:m>
                <a:r>
                  <a:rPr lang="en-US" altLang="zh-CN" sz="1600" b="1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𝐡𝐢𝐬𝐭𝐨𝐫𝐲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𝐭𝐢𝐦𝐞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𝐬𝐭𝐞𝐩𝐬</m:t>
                    </m:r>
                  </m:oMath>
                </a14:m>
                <a:r>
                  <a:rPr lang="en-US" altLang="zh-CN" sz="1600" b="1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𝐍𝐨𝐝𝐞𝐬</m:t>
                    </m:r>
                  </m:oMath>
                </a14:m>
                <a:r>
                  <a:rPr lang="en-US" altLang="zh-CN" sz="1600" b="1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𝐇𝐢𝐝𝐝𝐞𝐧𝐃𝐢𝐦</m:t>
                    </m:r>
                  </m:oMath>
                </a14:m>
                <a:r>
                  <a:rPr lang="zh-CN" altLang="en-US" sz="1600" b="1" dirty="0"/>
                  <a:t> </a:t>
                </a:r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103B0EC0-FABF-40DB-8577-B6F190B4B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0484" y="5295058"/>
                <a:ext cx="2200154" cy="10772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F2CB534A-A08A-419E-A0DB-A5134CA7AF5C}"/>
              </a:ext>
            </a:extLst>
          </p:cNvPr>
          <p:cNvSpPr/>
          <p:nvPr/>
        </p:nvSpPr>
        <p:spPr>
          <a:xfrm>
            <a:off x="2806754" y="-1006254"/>
            <a:ext cx="3064919" cy="7460848"/>
          </a:xfrm>
          <a:prstGeom prst="roundRect">
            <a:avLst>
              <a:gd name="adj" fmla="val 6219"/>
            </a:avLst>
          </a:prstGeom>
          <a:solidFill>
            <a:srgbClr val="EEF4FA"/>
          </a:solidFill>
          <a:ln w="25400">
            <a:solidFill>
              <a:srgbClr val="3E71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67C1ABF2-430D-4BE3-AE0A-3EC66249D103}"/>
              </a:ext>
            </a:extLst>
          </p:cNvPr>
          <p:cNvSpPr txBox="1"/>
          <p:nvPr/>
        </p:nvSpPr>
        <p:spPr>
          <a:xfrm>
            <a:off x="3054246" y="-719335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Layer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D904EEE6-B537-47BC-AFDC-5AEFB7FB04A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4402" b="70813" l="22967" r="78549">
                        <a14:foregroundMark x1="24880" y1="39553" x2="24880" y2="39553"/>
                        <a14:foregroundMark x1="23046" y1="47608" x2="23046" y2="47608"/>
                        <a14:foregroundMark x1="24322" y1="58852" x2="24322" y2="58852"/>
                        <a14:foregroundMark x1="31898" y1="55981" x2="31898" y2="55981"/>
                        <a14:foregroundMark x1="33971" y1="46013" x2="33971" y2="46013"/>
                        <a14:foregroundMark x1="24322" y1="56778" x2="24322" y2="56778"/>
                        <a14:foregroundMark x1="32137" y1="40271" x2="32137" y2="40271"/>
                        <a14:foregroundMark x1="41069" y1="37719" x2="41069" y2="37719"/>
                        <a14:foregroundMark x1="40032" y1="47847" x2="40032" y2="47847"/>
                        <a14:foregroundMark x1="40271" y1="57257" x2="40271" y2="57257"/>
                        <a14:foregroundMark x1="54625" y1="45215" x2="55662" y2="45774"/>
                        <a14:foregroundMark x1="68421" y1="40112" x2="68421" y2="40112"/>
                        <a14:foregroundMark x1="69139" y1="32057" x2="69139" y2="32057"/>
                        <a14:foregroundMark x1="75040" y1="26555" x2="75040" y2="26555"/>
                        <a14:foregroundMark x1="70893" y1="24402" x2="70893" y2="24402"/>
                        <a14:foregroundMark x1="24880" y1="40271" x2="24880" y2="40271"/>
                        <a14:foregroundMark x1="23285" y1="47927" x2="23285" y2="47927"/>
                        <a14:foregroundMark x1="24083" y1="56380" x2="24083" y2="56380"/>
                        <a14:foregroundMark x1="32695" y1="47767" x2="32695" y2="47767"/>
                        <a14:foregroundMark x1="23684" y1="37959" x2="25040" y2="39553"/>
                        <a14:foregroundMark x1="23684" y1="45215" x2="24641" y2="48325"/>
                        <a14:foregroundMark x1="23445" y1="57177" x2="25040" y2="57974"/>
                        <a14:foregroundMark x1="68182" y1="48565" x2="68182" y2="50877"/>
                        <a14:foregroundMark x1="67783" y1="57177" x2="67783" y2="57974"/>
                        <a14:foregroundMark x1="67624" y1="65391" x2="67624" y2="66986"/>
                        <a14:foregroundMark x1="73844" y1="70893" x2="73844" y2="70893"/>
                        <a14:foregroundMark x1="78389" y1="56778" x2="78549" y2="56778"/>
                        <a14:foregroundMark x1="40351" y1="54785" x2="41148" y2="55582"/>
                        <a14:foregroundMark x1="78549" y1="38357" x2="78549" y2="38357"/>
                        <a14:foregroundMark x1="78389" y1="47528" x2="78389" y2="475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287" t="22356" r="17958" b="26336"/>
          <a:stretch/>
        </p:blipFill>
        <p:spPr>
          <a:xfrm>
            <a:off x="3253049" y="100005"/>
            <a:ext cx="609653" cy="498446"/>
          </a:xfrm>
          <a:prstGeom prst="rect">
            <a:avLst/>
          </a:prstGeom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0B8CFE15-17DA-4E09-A41C-48238B349D2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766" b="84211" l="19458" r="81340">
                        <a14:foregroundMark x1="48246" y1="15710" x2="45136" y2="16906"/>
                        <a14:foregroundMark x1="41946" y1="12201" x2="44099" y2="13158"/>
                        <a14:foregroundMark x1="38437" y1="19219" x2="39793" y2="19059"/>
                        <a14:foregroundMark x1="49841" y1="10845" x2="49841" y2="10845"/>
                        <a14:foregroundMark x1="56699" y1="12998" x2="56699" y2="12998"/>
                        <a14:foregroundMark x1="58852" y1="19219" x2="58852" y2="19219"/>
                        <a14:foregroundMark x1="66268" y1="24960" x2="66268" y2="24960"/>
                        <a14:foregroundMark x1="81419" y1="53190" x2="81419" y2="53190"/>
                        <a14:foregroundMark x1="77831" y1="63557" x2="77831" y2="63557"/>
                        <a14:foregroundMark x1="53509" y1="84370" x2="53509" y2="84370"/>
                        <a14:foregroundMark x1="38836" y1="79027" x2="38836" y2="79027"/>
                        <a14:foregroundMark x1="34928" y1="77911" x2="34928" y2="77911"/>
                        <a14:foregroundMark x1="30622" y1="74322" x2="30622" y2="74322"/>
                        <a14:foregroundMark x1="26316" y1="69617" x2="26316" y2="69617"/>
                        <a14:foregroundMark x1="22329" y1="64354" x2="22329" y2="64354"/>
                        <a14:foregroundMark x1="20813" y1="59250" x2="20813" y2="59250"/>
                        <a14:foregroundMark x1="19458" y1="53987" x2="19458" y2="53987"/>
                        <a14:foregroundMark x1="19777" y1="44179" x2="19777" y2="44179"/>
                        <a14:foregroundMark x1="32935" y1="49841" x2="32935" y2="49841"/>
                        <a14:foregroundMark x1="38995" y1="38278" x2="38995" y2="38278"/>
                        <a14:foregroundMark x1="50239" y1="33971" x2="50239" y2="33971"/>
                        <a14:foregroundMark x1="49601" y1="41786" x2="49601" y2="41786"/>
                        <a14:foregroundMark x1="61005" y1="38836" x2="61005" y2="38836"/>
                        <a14:foregroundMark x1="65710" y1="50080" x2="65710" y2="50080"/>
                        <a14:foregroundMark x1="61404" y1="61244" x2="61404" y2="61244"/>
                        <a14:foregroundMark x1="50239" y1="66348" x2="50239" y2="66348"/>
                        <a14:foregroundMark x1="38836" y1="61802" x2="38836" y2="618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912" t="7465" r="17136" b="11617"/>
          <a:stretch/>
        </p:blipFill>
        <p:spPr>
          <a:xfrm>
            <a:off x="3223809" y="1037976"/>
            <a:ext cx="630991" cy="786097"/>
          </a:xfrm>
          <a:prstGeom prst="rect">
            <a:avLst/>
          </a:prstGeom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44B18EF4-2423-439D-A094-C1CC56AEE810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15539" r="14835" b="18957"/>
          <a:stretch/>
        </p:blipFill>
        <p:spPr>
          <a:xfrm>
            <a:off x="3208241" y="2259540"/>
            <a:ext cx="679351" cy="636360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B9E62DAF-3804-4A89-9A34-2A8EC1F5A3CE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7" t="20555" r="5999" b="22421"/>
          <a:stretch/>
        </p:blipFill>
        <p:spPr>
          <a:xfrm>
            <a:off x="3054246" y="3390640"/>
            <a:ext cx="1088772" cy="708295"/>
          </a:xfrm>
          <a:prstGeom prst="rect">
            <a:avLst/>
          </a:prstGeom>
        </p:spPr>
      </p:pic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8D69F44A-D958-4724-A1A0-3BD560A2AF4E}"/>
              </a:ext>
            </a:extLst>
          </p:cNvPr>
          <p:cNvSpPr/>
          <p:nvPr/>
        </p:nvSpPr>
        <p:spPr>
          <a:xfrm>
            <a:off x="3021165" y="-47059"/>
            <a:ext cx="2682803" cy="718425"/>
          </a:xfrm>
          <a:prstGeom prst="roundRect">
            <a:avLst>
              <a:gd name="adj" fmla="val 9533"/>
            </a:avLst>
          </a:prstGeom>
          <a:noFill/>
          <a:ln w="25400">
            <a:solidFill>
              <a:srgbClr val="6D96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7EDDCE98-D35A-4447-986E-D8F67EC788BF}"/>
              </a:ext>
            </a:extLst>
          </p:cNvPr>
          <p:cNvSpPr txBox="1"/>
          <p:nvPr/>
        </p:nvSpPr>
        <p:spPr>
          <a:xfrm>
            <a:off x="4197983" y="-11013"/>
            <a:ext cx="132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C0737B3C-C9D7-4F97-A613-0D5356A37809}"/>
              </a:ext>
            </a:extLst>
          </p:cNvPr>
          <p:cNvSpPr/>
          <p:nvPr/>
        </p:nvSpPr>
        <p:spPr>
          <a:xfrm>
            <a:off x="3021164" y="1010794"/>
            <a:ext cx="2682803" cy="840459"/>
          </a:xfrm>
          <a:prstGeom prst="roundRect">
            <a:avLst>
              <a:gd name="adj" fmla="val 9533"/>
            </a:avLst>
          </a:prstGeom>
          <a:noFill/>
          <a:ln w="25400">
            <a:solidFill>
              <a:srgbClr val="6D96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7F74401-717E-4824-9979-ADD53A4496EA}"/>
              </a:ext>
            </a:extLst>
          </p:cNvPr>
          <p:cNvSpPr txBox="1"/>
          <p:nvPr/>
        </p:nvSpPr>
        <p:spPr>
          <a:xfrm>
            <a:off x="4197983" y="1093238"/>
            <a:ext cx="1437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Time-of-Day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6F0EBD06-027D-498E-9FBE-E0A225E9405F}"/>
              </a:ext>
            </a:extLst>
          </p:cNvPr>
          <p:cNvSpPr/>
          <p:nvPr/>
        </p:nvSpPr>
        <p:spPr>
          <a:xfrm>
            <a:off x="3017435" y="2157413"/>
            <a:ext cx="2682803" cy="840459"/>
          </a:xfrm>
          <a:prstGeom prst="roundRect">
            <a:avLst>
              <a:gd name="adj" fmla="val 9533"/>
            </a:avLst>
          </a:prstGeom>
          <a:noFill/>
          <a:ln w="25400">
            <a:solidFill>
              <a:srgbClr val="6D96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827217B-A917-47D2-82CE-6C0427CC615D}"/>
              </a:ext>
            </a:extLst>
          </p:cNvPr>
          <p:cNvSpPr txBox="1"/>
          <p:nvPr/>
        </p:nvSpPr>
        <p:spPr>
          <a:xfrm>
            <a:off x="4197983" y="2240106"/>
            <a:ext cx="1479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Day-of-Week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9488BCCD-D038-41F1-B7C4-64B425496D44}"/>
              </a:ext>
            </a:extLst>
          </p:cNvPr>
          <p:cNvSpPr/>
          <p:nvPr/>
        </p:nvSpPr>
        <p:spPr>
          <a:xfrm>
            <a:off x="3017435" y="3335759"/>
            <a:ext cx="2682803" cy="840459"/>
          </a:xfrm>
          <a:prstGeom prst="roundRect">
            <a:avLst>
              <a:gd name="adj" fmla="val 9533"/>
            </a:avLst>
          </a:prstGeom>
          <a:noFill/>
          <a:ln w="25400">
            <a:solidFill>
              <a:srgbClr val="6D96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2C00AB1-D3E0-4289-8385-04B6240EC383}"/>
              </a:ext>
            </a:extLst>
          </p:cNvPr>
          <p:cNvSpPr txBox="1"/>
          <p:nvPr/>
        </p:nvSpPr>
        <p:spPr>
          <a:xfrm>
            <a:off x="4197983" y="3441192"/>
            <a:ext cx="1326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E1701679-F8DB-486A-B82F-8A9CF58DBE2F}"/>
              </a:ext>
            </a:extLst>
          </p:cNvPr>
          <p:cNvCxnSpPr>
            <a:cxnSpLocks/>
          </p:cNvCxnSpPr>
          <p:nvPr/>
        </p:nvCxnSpPr>
        <p:spPr>
          <a:xfrm>
            <a:off x="2944285" y="4438709"/>
            <a:ext cx="2829101" cy="0"/>
          </a:xfrm>
          <a:prstGeom prst="line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箭头: 下 104">
            <a:extLst>
              <a:ext uri="{FF2B5EF4-FFF2-40B4-BE49-F238E27FC236}">
                <a16:creationId xmlns:a16="http://schemas.microsoft.com/office/drawing/2014/main" id="{B8896F63-85B3-482D-BE84-B4C0C9BF1194}"/>
              </a:ext>
            </a:extLst>
          </p:cNvPr>
          <p:cNvSpPr/>
          <p:nvPr/>
        </p:nvSpPr>
        <p:spPr>
          <a:xfrm>
            <a:off x="4143018" y="4530149"/>
            <a:ext cx="324219" cy="461665"/>
          </a:xfrm>
          <a:prstGeom prst="downArrow">
            <a:avLst/>
          </a:prstGeom>
          <a:gradFill>
            <a:gsLst>
              <a:gs pos="33000">
                <a:schemeClr val="bg1">
                  <a:lumMod val="95000"/>
                </a:schemeClr>
              </a:gs>
              <a:gs pos="62000">
                <a:schemeClr val="accent5">
                  <a:lumMod val="20000"/>
                  <a:lumOff val="80000"/>
                </a:schemeClr>
              </a:gs>
              <a:gs pos="100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AFE61590-6603-4E34-BD0D-4523AD93AD17}"/>
              </a:ext>
            </a:extLst>
          </p:cNvPr>
          <p:cNvSpPr/>
          <p:nvPr/>
        </p:nvSpPr>
        <p:spPr>
          <a:xfrm>
            <a:off x="3102140" y="5099924"/>
            <a:ext cx="2411651" cy="1156545"/>
          </a:xfrm>
          <a:prstGeom prst="roundRect">
            <a:avLst>
              <a:gd name="adj" fmla="val 9533"/>
            </a:avLst>
          </a:prstGeom>
          <a:gradFill>
            <a:gsLst>
              <a:gs pos="33000">
                <a:schemeClr val="bg1">
                  <a:lumMod val="95000"/>
                </a:schemeClr>
              </a:gs>
              <a:gs pos="62000">
                <a:schemeClr val="accent5">
                  <a:lumMod val="20000"/>
                  <a:lumOff val="8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0"/>
          </a:gradFill>
          <a:ln w="25400">
            <a:solidFill>
              <a:srgbClr val="6D96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feature concatenation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3641D4AA-0916-48C6-8FB8-22A137F04B88}"/>
              </a:ext>
            </a:extLst>
          </p:cNvPr>
          <p:cNvSpPr/>
          <p:nvPr/>
        </p:nvSpPr>
        <p:spPr>
          <a:xfrm>
            <a:off x="6035257" y="3095551"/>
            <a:ext cx="3064919" cy="3400225"/>
          </a:xfrm>
          <a:prstGeom prst="roundRect">
            <a:avLst>
              <a:gd name="adj" fmla="val 6219"/>
            </a:avLst>
          </a:prstGeom>
          <a:solidFill>
            <a:srgbClr val="F6F9F0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1D1334D-E896-4EE1-94D0-FA8CD6044C45}"/>
              </a:ext>
            </a:extLst>
          </p:cNvPr>
          <p:cNvSpPr txBox="1"/>
          <p:nvPr/>
        </p:nvSpPr>
        <p:spPr>
          <a:xfrm>
            <a:off x="6200602" y="3170410"/>
            <a:ext cx="27274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</a:t>
            </a:r>
          </a:p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Layer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96BC55BD-E24D-4A70-B032-37B13CE3076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5" t="21628" r="8455" b="26965"/>
          <a:stretch/>
        </p:blipFill>
        <p:spPr>
          <a:xfrm>
            <a:off x="6913363" y="3970492"/>
            <a:ext cx="1224619" cy="7942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2" name="表格 111">
                <a:extLst>
                  <a:ext uri="{FF2B5EF4-FFF2-40B4-BE49-F238E27FC236}">
                    <a16:creationId xmlns:a16="http://schemas.microsoft.com/office/drawing/2014/main" id="{88700F2E-6DEE-415C-891F-2A2680EF41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247039"/>
                  </p:ext>
                </p:extLst>
              </p:nvPr>
            </p:nvGraphicFramePr>
            <p:xfrm>
              <a:off x="6395759" y="4812582"/>
              <a:ext cx="2204718" cy="338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7453">
                      <a:extLst>
                        <a:ext uri="{9D8B030D-6E8A-4147-A177-3AD203B41FA5}">
                          <a16:colId xmlns:a16="http://schemas.microsoft.com/office/drawing/2014/main" val="3845179002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3966831316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2219512428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1115702013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2255994482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740870365"/>
                        </a:ext>
                      </a:extLst>
                    </a:gridCol>
                  </a:tblGrid>
                  <a:tr h="33834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6084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2" name="表格 111">
                <a:extLst>
                  <a:ext uri="{FF2B5EF4-FFF2-40B4-BE49-F238E27FC236}">
                    <a16:creationId xmlns:a16="http://schemas.microsoft.com/office/drawing/2014/main" id="{88700F2E-6DEE-415C-891F-2A2680EF41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247039"/>
                  </p:ext>
                </p:extLst>
              </p:nvPr>
            </p:nvGraphicFramePr>
            <p:xfrm>
              <a:off x="6395759" y="4812582"/>
              <a:ext cx="2204718" cy="338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7453">
                      <a:extLst>
                        <a:ext uri="{9D8B030D-6E8A-4147-A177-3AD203B41FA5}">
                          <a16:colId xmlns:a16="http://schemas.microsoft.com/office/drawing/2014/main" val="3845179002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3966831316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2219512428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1115702013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2255994482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740870365"/>
                        </a:ext>
                      </a:extLst>
                    </a:gridCol>
                  </a:tblGrid>
                  <a:tr h="3383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667" t="-1786" r="-506667" b="-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00000" t="-1786" r="-398361" b="-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203333" t="-1786" r="-305000" b="-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303333" t="-1786" r="-205000" b="-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396721" t="-1786" r="-101639" b="-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505000" t="-1786" r="-3333" b="-53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608460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2" name="椭圆 91">
            <a:extLst>
              <a:ext uri="{FF2B5EF4-FFF2-40B4-BE49-F238E27FC236}">
                <a16:creationId xmlns:a16="http://schemas.microsoft.com/office/drawing/2014/main" id="{C199E0AF-55F3-44A8-9848-8C6E1E4EFF76}"/>
              </a:ext>
            </a:extLst>
          </p:cNvPr>
          <p:cNvSpPr/>
          <p:nvPr/>
        </p:nvSpPr>
        <p:spPr>
          <a:xfrm>
            <a:off x="6395759" y="5716985"/>
            <a:ext cx="337794" cy="321726"/>
          </a:xfrm>
          <a:prstGeom prst="ellipse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05BBECEE-6BC2-4032-9FAE-FF9397812F1D}"/>
              </a:ext>
            </a:extLst>
          </p:cNvPr>
          <p:cNvSpPr/>
          <p:nvPr/>
        </p:nvSpPr>
        <p:spPr>
          <a:xfrm>
            <a:off x="6771937" y="5716985"/>
            <a:ext cx="337794" cy="321726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6A325C2C-8C06-4363-A824-F8102057CD96}"/>
              </a:ext>
            </a:extLst>
          </p:cNvPr>
          <p:cNvSpPr/>
          <p:nvPr/>
        </p:nvSpPr>
        <p:spPr>
          <a:xfrm>
            <a:off x="7145575" y="5715520"/>
            <a:ext cx="337794" cy="321726"/>
          </a:xfrm>
          <a:prstGeom prst="ellipse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F2398278-0A2A-432E-850D-1386037C511C}"/>
              </a:ext>
            </a:extLst>
          </p:cNvPr>
          <p:cNvSpPr/>
          <p:nvPr/>
        </p:nvSpPr>
        <p:spPr>
          <a:xfrm>
            <a:off x="7525673" y="5715520"/>
            <a:ext cx="337794" cy="321726"/>
          </a:xfrm>
          <a:prstGeom prst="ellipse">
            <a:avLst/>
          </a:prstGeom>
          <a:solidFill>
            <a:srgbClr val="70AD4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B3E4C500-EB74-4DF9-B4BE-9D368AC691B7}"/>
              </a:ext>
            </a:extLst>
          </p:cNvPr>
          <p:cNvSpPr/>
          <p:nvPr/>
        </p:nvSpPr>
        <p:spPr>
          <a:xfrm>
            <a:off x="7905771" y="5711864"/>
            <a:ext cx="337794" cy="321726"/>
          </a:xfrm>
          <a:prstGeom prst="ellipse">
            <a:avLst/>
          </a:prstGeom>
          <a:solidFill>
            <a:srgbClr val="E2F0D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6098D43A-593C-4454-ABC6-63E9E490BF34}"/>
              </a:ext>
            </a:extLst>
          </p:cNvPr>
          <p:cNvSpPr/>
          <p:nvPr/>
        </p:nvSpPr>
        <p:spPr>
          <a:xfrm>
            <a:off x="8283002" y="5722908"/>
            <a:ext cx="337794" cy="321726"/>
          </a:xfrm>
          <a:prstGeom prst="ellipse">
            <a:avLst/>
          </a:prstGeom>
          <a:solidFill>
            <a:srgbClr val="A9D18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3CAEF5BD-6F54-48DE-A556-89BA16AC58CE}"/>
              </a:ext>
            </a:extLst>
          </p:cNvPr>
          <p:cNvCxnSpPr>
            <a:cxnSpLocks/>
          </p:cNvCxnSpPr>
          <p:nvPr/>
        </p:nvCxnSpPr>
        <p:spPr>
          <a:xfrm>
            <a:off x="8006514" y="-213776"/>
            <a:ext cx="0" cy="928269"/>
          </a:xfrm>
          <a:prstGeom prst="line">
            <a:avLst/>
          </a:prstGeom>
          <a:ln w="25400">
            <a:gradFill>
              <a:gsLst>
                <a:gs pos="60000">
                  <a:schemeClr val="accent1">
                    <a:lumMod val="45000"/>
                    <a:lumOff val="55000"/>
                  </a:schemeClr>
                </a:gs>
                <a:gs pos="23000">
                  <a:srgbClr val="784BC9"/>
                </a:gs>
                <a:gs pos="100000">
                  <a:srgbClr val="79CFCE"/>
                </a:gs>
              </a:gsLst>
              <a:lin ang="81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DA51992C-9AD7-4F85-9E75-CB416D1ECC06}"/>
              </a:ext>
            </a:extLst>
          </p:cNvPr>
          <p:cNvSpPr/>
          <p:nvPr/>
        </p:nvSpPr>
        <p:spPr>
          <a:xfrm>
            <a:off x="9361048" y="3098926"/>
            <a:ext cx="3641517" cy="3396850"/>
          </a:xfrm>
          <a:prstGeom prst="roundRect">
            <a:avLst>
              <a:gd name="adj" fmla="val 6219"/>
            </a:avLst>
          </a:prstGeom>
          <a:solidFill>
            <a:srgbClr val="F6F9F0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1" name="连接符: 曲线 120">
            <a:extLst>
              <a:ext uri="{FF2B5EF4-FFF2-40B4-BE49-F238E27FC236}">
                <a16:creationId xmlns:a16="http://schemas.microsoft.com/office/drawing/2014/main" id="{C240B59C-C515-49D6-AE0B-B014D5FEB66B}"/>
              </a:ext>
            </a:extLst>
          </p:cNvPr>
          <p:cNvCxnSpPr>
            <a:stCxn id="92" idx="4"/>
            <a:endCxn id="115" idx="4"/>
          </p:cNvCxnSpPr>
          <p:nvPr/>
        </p:nvCxnSpPr>
        <p:spPr>
          <a:xfrm rot="5400000" flipH="1" flipV="1">
            <a:off x="6938831" y="5663071"/>
            <a:ext cx="1465" cy="749816"/>
          </a:xfrm>
          <a:prstGeom prst="curvedConnector3">
            <a:avLst>
              <a:gd name="adj1" fmla="val -11573038"/>
            </a:avLst>
          </a:prstGeom>
          <a:ln w="1905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连接符: 曲线 124">
            <a:extLst>
              <a:ext uri="{FF2B5EF4-FFF2-40B4-BE49-F238E27FC236}">
                <a16:creationId xmlns:a16="http://schemas.microsoft.com/office/drawing/2014/main" id="{4F3DBB30-603C-45B7-B899-136DBAC405FC}"/>
              </a:ext>
            </a:extLst>
          </p:cNvPr>
          <p:cNvCxnSpPr>
            <a:cxnSpLocks/>
            <a:stCxn id="92" idx="4"/>
            <a:endCxn id="116" idx="4"/>
          </p:cNvCxnSpPr>
          <p:nvPr/>
        </p:nvCxnSpPr>
        <p:spPr>
          <a:xfrm rot="5400000" flipH="1" flipV="1">
            <a:off x="7128880" y="5473022"/>
            <a:ext cx="1465" cy="1129914"/>
          </a:xfrm>
          <a:prstGeom prst="curvedConnector3">
            <a:avLst>
              <a:gd name="adj1" fmla="val -16341092"/>
            </a:avLst>
          </a:prstGeom>
          <a:ln w="1905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连接符: 曲线 132">
            <a:extLst>
              <a:ext uri="{FF2B5EF4-FFF2-40B4-BE49-F238E27FC236}">
                <a16:creationId xmlns:a16="http://schemas.microsoft.com/office/drawing/2014/main" id="{6ADA1A2A-92DA-4213-9A8D-8EF250F0C354}"/>
              </a:ext>
            </a:extLst>
          </p:cNvPr>
          <p:cNvCxnSpPr>
            <a:cxnSpLocks/>
            <a:stCxn id="92" idx="4"/>
            <a:endCxn id="117" idx="4"/>
          </p:cNvCxnSpPr>
          <p:nvPr/>
        </p:nvCxnSpPr>
        <p:spPr>
          <a:xfrm rot="5400000" flipH="1" flipV="1">
            <a:off x="7317101" y="5281145"/>
            <a:ext cx="5121" cy="1510012"/>
          </a:xfrm>
          <a:prstGeom prst="curvedConnector3">
            <a:avLst>
              <a:gd name="adj1" fmla="val -6051201"/>
            </a:avLst>
          </a:prstGeom>
          <a:ln w="1905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连接符: 曲线 138">
            <a:extLst>
              <a:ext uri="{FF2B5EF4-FFF2-40B4-BE49-F238E27FC236}">
                <a16:creationId xmlns:a16="http://schemas.microsoft.com/office/drawing/2014/main" id="{88FDD709-CC72-42A9-8476-900948BCEB1B}"/>
              </a:ext>
            </a:extLst>
          </p:cNvPr>
          <p:cNvCxnSpPr>
            <a:cxnSpLocks/>
            <a:stCxn id="92" idx="4"/>
            <a:endCxn id="118" idx="4"/>
          </p:cNvCxnSpPr>
          <p:nvPr/>
        </p:nvCxnSpPr>
        <p:spPr>
          <a:xfrm rot="16200000" flipH="1">
            <a:off x="7505316" y="5098050"/>
            <a:ext cx="5923" cy="1887243"/>
          </a:xfrm>
          <a:prstGeom prst="curvedConnector3">
            <a:avLst>
              <a:gd name="adj1" fmla="val 6446784"/>
            </a:avLst>
          </a:prstGeom>
          <a:ln w="1905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连接符: 曲线 142">
            <a:extLst>
              <a:ext uri="{FF2B5EF4-FFF2-40B4-BE49-F238E27FC236}">
                <a16:creationId xmlns:a16="http://schemas.microsoft.com/office/drawing/2014/main" id="{EBA6DCB3-E150-4EA5-94D5-6494ADA4BD48}"/>
              </a:ext>
            </a:extLst>
          </p:cNvPr>
          <p:cNvCxnSpPr>
            <a:cxnSpLocks/>
            <a:stCxn id="92" idx="4"/>
            <a:endCxn id="114" idx="4"/>
          </p:cNvCxnSpPr>
          <p:nvPr/>
        </p:nvCxnSpPr>
        <p:spPr>
          <a:xfrm rot="16200000" flipH="1">
            <a:off x="6752745" y="5850622"/>
            <a:ext cx="12700" cy="376178"/>
          </a:xfrm>
          <a:prstGeom prst="curvedConnector3">
            <a:avLst>
              <a:gd name="adj1" fmla="val 1120000"/>
            </a:avLst>
          </a:prstGeom>
          <a:ln w="1905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461684E2-3875-41FB-977F-52D6B8DC6701}"/>
              </a:ext>
            </a:extLst>
          </p:cNvPr>
          <p:cNvCxnSpPr>
            <a:cxnSpLocks/>
            <a:stCxn id="118" idx="5"/>
            <a:endCxn id="92" idx="5"/>
          </p:cNvCxnSpPr>
          <p:nvPr/>
        </p:nvCxnSpPr>
        <p:spPr>
          <a:xfrm rot="5400000" flipH="1">
            <a:off x="7624744" y="5050936"/>
            <a:ext cx="5923" cy="1887243"/>
          </a:xfrm>
          <a:prstGeom prst="curvedConnector3">
            <a:avLst>
              <a:gd name="adj1" fmla="val -6145214"/>
            </a:avLst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连接符: 曲线 151">
            <a:extLst>
              <a:ext uri="{FF2B5EF4-FFF2-40B4-BE49-F238E27FC236}">
                <a16:creationId xmlns:a16="http://schemas.microsoft.com/office/drawing/2014/main" id="{72B11504-CDBB-4738-90CB-8D75D0664501}"/>
              </a:ext>
            </a:extLst>
          </p:cNvPr>
          <p:cNvCxnSpPr>
            <a:cxnSpLocks/>
            <a:stCxn id="118" idx="5"/>
            <a:endCxn id="114" idx="5"/>
          </p:cNvCxnSpPr>
          <p:nvPr/>
        </p:nvCxnSpPr>
        <p:spPr>
          <a:xfrm rot="5400000" flipH="1">
            <a:off x="7812833" y="5239025"/>
            <a:ext cx="5923" cy="1511065"/>
          </a:xfrm>
          <a:prstGeom prst="curvedConnector3">
            <a:avLst>
              <a:gd name="adj1" fmla="val -4655006"/>
            </a:avLst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连接符: 曲线 154">
            <a:extLst>
              <a:ext uri="{FF2B5EF4-FFF2-40B4-BE49-F238E27FC236}">
                <a16:creationId xmlns:a16="http://schemas.microsoft.com/office/drawing/2014/main" id="{C4261157-F342-4860-834D-C90E82EF5DC8}"/>
              </a:ext>
            </a:extLst>
          </p:cNvPr>
          <p:cNvCxnSpPr>
            <a:cxnSpLocks/>
            <a:stCxn id="118" idx="5"/>
            <a:endCxn id="115" idx="5"/>
          </p:cNvCxnSpPr>
          <p:nvPr/>
        </p:nvCxnSpPr>
        <p:spPr>
          <a:xfrm rot="5400000" flipH="1">
            <a:off x="7998920" y="5425111"/>
            <a:ext cx="7388" cy="1137427"/>
          </a:xfrm>
          <a:prstGeom prst="curvedConnector3">
            <a:avLst>
              <a:gd name="adj1" fmla="val -2339551"/>
            </a:avLst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连接符: 曲线 157">
            <a:extLst>
              <a:ext uri="{FF2B5EF4-FFF2-40B4-BE49-F238E27FC236}">
                <a16:creationId xmlns:a16="http://schemas.microsoft.com/office/drawing/2014/main" id="{0997BBAF-A205-4D0B-AB80-1940F43D73C3}"/>
              </a:ext>
            </a:extLst>
          </p:cNvPr>
          <p:cNvCxnSpPr>
            <a:cxnSpLocks/>
            <a:stCxn id="118" idx="5"/>
            <a:endCxn id="116" idx="5"/>
          </p:cNvCxnSpPr>
          <p:nvPr/>
        </p:nvCxnSpPr>
        <p:spPr>
          <a:xfrm rot="5400000" flipH="1">
            <a:off x="8188969" y="5615160"/>
            <a:ext cx="7388" cy="757329"/>
          </a:xfrm>
          <a:prstGeom prst="curvedConnector3">
            <a:avLst>
              <a:gd name="adj1" fmla="val -1540214"/>
            </a:avLst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曲线 161">
            <a:extLst>
              <a:ext uri="{FF2B5EF4-FFF2-40B4-BE49-F238E27FC236}">
                <a16:creationId xmlns:a16="http://schemas.microsoft.com/office/drawing/2014/main" id="{A5846A02-BCBE-4BD6-B459-B91A01E9DC60}"/>
              </a:ext>
            </a:extLst>
          </p:cNvPr>
          <p:cNvCxnSpPr>
            <a:cxnSpLocks/>
            <a:stCxn id="118" idx="5"/>
            <a:endCxn id="117" idx="5"/>
          </p:cNvCxnSpPr>
          <p:nvPr/>
        </p:nvCxnSpPr>
        <p:spPr>
          <a:xfrm rot="5400000" flipH="1">
            <a:off x="8377190" y="5803381"/>
            <a:ext cx="11044" cy="377231"/>
          </a:xfrm>
          <a:prstGeom prst="curvedConnector3">
            <a:avLst>
              <a:gd name="adj1" fmla="val -599113"/>
            </a:avLst>
          </a:prstGeom>
          <a:ln w="19050">
            <a:solidFill>
              <a:schemeClr val="accent5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曲线 164">
            <a:extLst>
              <a:ext uri="{FF2B5EF4-FFF2-40B4-BE49-F238E27FC236}">
                <a16:creationId xmlns:a16="http://schemas.microsoft.com/office/drawing/2014/main" id="{25C90A73-A700-46CF-A09A-0ADE2ED9780B}"/>
              </a:ext>
            </a:extLst>
          </p:cNvPr>
          <p:cNvCxnSpPr>
            <a:cxnSpLocks/>
            <a:stCxn id="116" idx="0"/>
            <a:endCxn id="118" idx="0"/>
          </p:cNvCxnSpPr>
          <p:nvPr/>
        </p:nvCxnSpPr>
        <p:spPr>
          <a:xfrm rot="16200000" flipH="1">
            <a:off x="8069540" y="5340550"/>
            <a:ext cx="7388" cy="757329"/>
          </a:xfrm>
          <a:prstGeom prst="curvedConnector3">
            <a:avLst>
              <a:gd name="adj1" fmla="val -3094207"/>
            </a:avLst>
          </a:prstGeom>
          <a:ln w="19050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连接符: 曲线 167">
            <a:extLst>
              <a:ext uri="{FF2B5EF4-FFF2-40B4-BE49-F238E27FC236}">
                <a16:creationId xmlns:a16="http://schemas.microsoft.com/office/drawing/2014/main" id="{7EF9387F-DD24-4143-9A6E-0C33A5AC657E}"/>
              </a:ext>
            </a:extLst>
          </p:cNvPr>
          <p:cNvCxnSpPr>
            <a:cxnSpLocks/>
            <a:stCxn id="116" idx="0"/>
            <a:endCxn id="117" idx="0"/>
          </p:cNvCxnSpPr>
          <p:nvPr/>
        </p:nvCxnSpPr>
        <p:spPr>
          <a:xfrm rot="5400000" flipH="1" flipV="1">
            <a:off x="7882791" y="5523643"/>
            <a:ext cx="3656" cy="380098"/>
          </a:xfrm>
          <a:prstGeom prst="curvedConnector3">
            <a:avLst>
              <a:gd name="adj1" fmla="val 6352735"/>
            </a:avLst>
          </a:prstGeom>
          <a:ln w="19050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连接符: 曲线 170">
            <a:extLst>
              <a:ext uri="{FF2B5EF4-FFF2-40B4-BE49-F238E27FC236}">
                <a16:creationId xmlns:a16="http://schemas.microsoft.com/office/drawing/2014/main" id="{4FCDDC0E-EC6D-4522-8086-8DED96515E04}"/>
              </a:ext>
            </a:extLst>
          </p:cNvPr>
          <p:cNvCxnSpPr>
            <a:cxnSpLocks/>
            <a:stCxn id="116" idx="0"/>
            <a:endCxn id="115" idx="0"/>
          </p:cNvCxnSpPr>
          <p:nvPr/>
        </p:nvCxnSpPr>
        <p:spPr>
          <a:xfrm rot="16200000" flipV="1">
            <a:off x="7504521" y="5525471"/>
            <a:ext cx="12700" cy="380098"/>
          </a:xfrm>
          <a:prstGeom prst="curvedConnector3">
            <a:avLst>
              <a:gd name="adj1" fmla="val 1800000"/>
            </a:avLst>
          </a:prstGeom>
          <a:ln w="19050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连接符: 曲线 173">
            <a:extLst>
              <a:ext uri="{FF2B5EF4-FFF2-40B4-BE49-F238E27FC236}">
                <a16:creationId xmlns:a16="http://schemas.microsoft.com/office/drawing/2014/main" id="{9BFAA848-8860-4762-A4D7-2A361BA48CDC}"/>
              </a:ext>
            </a:extLst>
          </p:cNvPr>
          <p:cNvCxnSpPr>
            <a:cxnSpLocks/>
            <a:stCxn id="116" idx="0"/>
            <a:endCxn id="114" idx="0"/>
          </p:cNvCxnSpPr>
          <p:nvPr/>
        </p:nvCxnSpPr>
        <p:spPr>
          <a:xfrm rot="16200000" flipH="1" flipV="1">
            <a:off x="7316969" y="5339384"/>
            <a:ext cx="1465" cy="753736"/>
          </a:xfrm>
          <a:prstGeom prst="curvedConnector3">
            <a:avLst>
              <a:gd name="adj1" fmla="val -15604096"/>
            </a:avLst>
          </a:prstGeom>
          <a:ln w="19050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连接符: 曲线 176">
            <a:extLst>
              <a:ext uri="{FF2B5EF4-FFF2-40B4-BE49-F238E27FC236}">
                <a16:creationId xmlns:a16="http://schemas.microsoft.com/office/drawing/2014/main" id="{406393ED-8A27-43C4-A83E-49978ECE6B66}"/>
              </a:ext>
            </a:extLst>
          </p:cNvPr>
          <p:cNvCxnSpPr>
            <a:cxnSpLocks/>
            <a:stCxn id="116" idx="0"/>
            <a:endCxn id="92" idx="0"/>
          </p:cNvCxnSpPr>
          <p:nvPr/>
        </p:nvCxnSpPr>
        <p:spPr>
          <a:xfrm rot="16200000" flipH="1" flipV="1">
            <a:off x="7128880" y="5151295"/>
            <a:ext cx="1465" cy="1129914"/>
          </a:xfrm>
          <a:prstGeom prst="curvedConnector3">
            <a:avLst>
              <a:gd name="adj1" fmla="val -15604096"/>
            </a:avLst>
          </a:prstGeom>
          <a:ln w="19050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连接符: 曲线 179">
            <a:extLst>
              <a:ext uri="{FF2B5EF4-FFF2-40B4-BE49-F238E27FC236}">
                <a16:creationId xmlns:a16="http://schemas.microsoft.com/office/drawing/2014/main" id="{31D32C40-8D55-4136-8B21-D4F4EFBEE1A8}"/>
              </a:ext>
            </a:extLst>
          </p:cNvPr>
          <p:cNvCxnSpPr>
            <a:cxnSpLocks/>
            <a:stCxn id="115" idx="1"/>
            <a:endCxn id="116" idx="1"/>
          </p:cNvCxnSpPr>
          <p:nvPr/>
        </p:nvCxnSpPr>
        <p:spPr>
          <a:xfrm rot="5400000" flipH="1" flipV="1">
            <a:off x="7385093" y="5572587"/>
            <a:ext cx="12700" cy="380098"/>
          </a:xfrm>
          <a:prstGeom prst="curvedConnector3">
            <a:avLst>
              <a:gd name="adj1" fmla="val 2170992"/>
            </a:avLst>
          </a:prstGeom>
          <a:ln w="19050">
            <a:solidFill>
              <a:schemeClr val="accent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曲线 182">
            <a:extLst>
              <a:ext uri="{FF2B5EF4-FFF2-40B4-BE49-F238E27FC236}">
                <a16:creationId xmlns:a16="http://schemas.microsoft.com/office/drawing/2014/main" id="{37A2AB67-F56A-4663-858D-C95507BBFD79}"/>
              </a:ext>
            </a:extLst>
          </p:cNvPr>
          <p:cNvCxnSpPr>
            <a:cxnSpLocks/>
            <a:stCxn id="115" idx="1"/>
            <a:endCxn id="117" idx="1"/>
          </p:cNvCxnSpPr>
          <p:nvPr/>
        </p:nvCxnSpPr>
        <p:spPr>
          <a:xfrm rot="5400000" flipH="1" flipV="1">
            <a:off x="7573314" y="5380710"/>
            <a:ext cx="3656" cy="760196"/>
          </a:xfrm>
          <a:prstGeom prst="curvedConnector3">
            <a:avLst>
              <a:gd name="adj1" fmla="val 7641466"/>
            </a:avLst>
          </a:prstGeom>
          <a:ln w="19050">
            <a:solidFill>
              <a:schemeClr val="accent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连接符: 曲线 185">
            <a:extLst>
              <a:ext uri="{FF2B5EF4-FFF2-40B4-BE49-F238E27FC236}">
                <a16:creationId xmlns:a16="http://schemas.microsoft.com/office/drawing/2014/main" id="{6C706499-7E69-4EA2-9F2A-A25FE8589689}"/>
              </a:ext>
            </a:extLst>
          </p:cNvPr>
          <p:cNvCxnSpPr>
            <a:cxnSpLocks/>
            <a:stCxn id="115" idx="1"/>
            <a:endCxn id="118" idx="1"/>
          </p:cNvCxnSpPr>
          <p:nvPr/>
        </p:nvCxnSpPr>
        <p:spPr>
          <a:xfrm rot="16200000" flipH="1">
            <a:off x="7760063" y="5197617"/>
            <a:ext cx="7388" cy="1137427"/>
          </a:xfrm>
          <a:prstGeom prst="curvedConnector3">
            <a:avLst>
              <a:gd name="adj1" fmla="val -3731944"/>
            </a:avLst>
          </a:prstGeom>
          <a:ln w="19050">
            <a:solidFill>
              <a:schemeClr val="accent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连接符: 曲线 188">
            <a:extLst>
              <a:ext uri="{FF2B5EF4-FFF2-40B4-BE49-F238E27FC236}">
                <a16:creationId xmlns:a16="http://schemas.microsoft.com/office/drawing/2014/main" id="{534AE895-F8B8-4C44-8979-25356B6B9402}"/>
              </a:ext>
            </a:extLst>
          </p:cNvPr>
          <p:cNvCxnSpPr>
            <a:cxnSpLocks/>
            <a:stCxn id="115" idx="1"/>
            <a:endCxn id="114" idx="7"/>
          </p:cNvCxnSpPr>
          <p:nvPr/>
        </p:nvCxnSpPr>
        <p:spPr>
          <a:xfrm rot="16200000" flipH="1" flipV="1">
            <a:off x="7126920" y="5695977"/>
            <a:ext cx="1465" cy="134782"/>
          </a:xfrm>
          <a:prstGeom prst="curvedConnector3">
            <a:avLst>
              <a:gd name="adj1" fmla="val -18820205"/>
            </a:avLst>
          </a:prstGeom>
          <a:ln w="19050">
            <a:solidFill>
              <a:schemeClr val="accent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连接符: 曲线 191">
            <a:extLst>
              <a:ext uri="{FF2B5EF4-FFF2-40B4-BE49-F238E27FC236}">
                <a16:creationId xmlns:a16="http://schemas.microsoft.com/office/drawing/2014/main" id="{B4202AEF-53B4-4EAA-82D8-F6DBBE7F93C7}"/>
              </a:ext>
            </a:extLst>
          </p:cNvPr>
          <p:cNvCxnSpPr>
            <a:cxnSpLocks/>
            <a:stCxn id="115" idx="1"/>
            <a:endCxn id="92" idx="7"/>
          </p:cNvCxnSpPr>
          <p:nvPr/>
        </p:nvCxnSpPr>
        <p:spPr>
          <a:xfrm rot="16200000" flipH="1" flipV="1">
            <a:off x="6938831" y="5507888"/>
            <a:ext cx="1465" cy="510960"/>
          </a:xfrm>
          <a:prstGeom prst="curvedConnector3">
            <a:avLst>
              <a:gd name="adj1" fmla="val -18820205"/>
            </a:avLst>
          </a:prstGeom>
          <a:ln w="19050">
            <a:solidFill>
              <a:schemeClr val="accent3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文本框 196">
            <a:extLst>
              <a:ext uri="{FF2B5EF4-FFF2-40B4-BE49-F238E27FC236}">
                <a16:creationId xmlns:a16="http://schemas.microsoft.com/office/drawing/2014/main" id="{B850337A-D568-406C-AFCA-E03A486F508A}"/>
              </a:ext>
            </a:extLst>
          </p:cNvPr>
          <p:cNvSpPr txBox="1"/>
          <p:nvPr/>
        </p:nvSpPr>
        <p:spPr>
          <a:xfrm>
            <a:off x="9398075" y="3156412"/>
            <a:ext cx="3598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</a:t>
            </a:r>
          </a:p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Layer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箭头: 下 199">
            <a:extLst>
              <a:ext uri="{FF2B5EF4-FFF2-40B4-BE49-F238E27FC236}">
                <a16:creationId xmlns:a16="http://schemas.microsoft.com/office/drawing/2014/main" id="{9CB12A73-8ACE-43A8-BD60-AF96611CC627}"/>
              </a:ext>
            </a:extLst>
          </p:cNvPr>
          <p:cNvSpPr/>
          <p:nvPr/>
        </p:nvSpPr>
        <p:spPr>
          <a:xfrm>
            <a:off x="7360162" y="5177952"/>
            <a:ext cx="267020" cy="281598"/>
          </a:xfrm>
          <a:prstGeom prst="downArrow">
            <a:avLst/>
          </a:prstGeom>
          <a:gradFill>
            <a:gsLst>
              <a:gs pos="33000">
                <a:schemeClr val="bg1">
                  <a:lumMod val="95000"/>
                </a:schemeClr>
              </a:gs>
              <a:gs pos="6200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1" name="表格 200">
                <a:extLst>
                  <a:ext uri="{FF2B5EF4-FFF2-40B4-BE49-F238E27FC236}">
                    <a16:creationId xmlns:a16="http://schemas.microsoft.com/office/drawing/2014/main" id="{09D20927-D1B9-4D02-87AA-10CB445621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9603783"/>
                  </p:ext>
                </p:extLst>
              </p:nvPr>
            </p:nvGraphicFramePr>
            <p:xfrm>
              <a:off x="9883151" y="4148292"/>
              <a:ext cx="2204718" cy="338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7453">
                      <a:extLst>
                        <a:ext uri="{9D8B030D-6E8A-4147-A177-3AD203B41FA5}">
                          <a16:colId xmlns:a16="http://schemas.microsoft.com/office/drawing/2014/main" val="3845179002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3966831316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2219512428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1115702013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2255994482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740870365"/>
                        </a:ext>
                      </a:extLst>
                    </a:gridCol>
                  </a:tblGrid>
                  <a:tr h="33834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60846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1" name="表格 200">
                <a:extLst>
                  <a:ext uri="{FF2B5EF4-FFF2-40B4-BE49-F238E27FC236}">
                    <a16:creationId xmlns:a16="http://schemas.microsoft.com/office/drawing/2014/main" id="{09D20927-D1B9-4D02-87AA-10CB445621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9603783"/>
                  </p:ext>
                </p:extLst>
              </p:nvPr>
            </p:nvGraphicFramePr>
            <p:xfrm>
              <a:off x="9883151" y="4148292"/>
              <a:ext cx="2204718" cy="3383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7453">
                      <a:extLst>
                        <a:ext uri="{9D8B030D-6E8A-4147-A177-3AD203B41FA5}">
                          <a16:colId xmlns:a16="http://schemas.microsoft.com/office/drawing/2014/main" val="3845179002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3966831316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2219512428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1115702013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2255994482"/>
                        </a:ext>
                      </a:extLst>
                    </a:gridCol>
                    <a:gridCol w="367453">
                      <a:extLst>
                        <a:ext uri="{9D8B030D-6E8A-4147-A177-3AD203B41FA5}">
                          <a16:colId xmlns:a16="http://schemas.microsoft.com/office/drawing/2014/main" val="740870365"/>
                        </a:ext>
                      </a:extLst>
                    </a:gridCol>
                  </a:tblGrid>
                  <a:tr h="33834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7"/>
                          <a:stretch>
                            <a:fillRect l="-1667" t="-1786" r="-508333" b="-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7"/>
                          <a:stretch>
                            <a:fillRect l="-100000" t="-1786" r="-400000" b="-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7"/>
                          <a:stretch>
                            <a:fillRect l="-203333" t="-1786" r="-306667" b="-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7"/>
                          <a:stretch>
                            <a:fillRect l="-303333" t="-1786" r="-206667" b="-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7"/>
                          <a:stretch>
                            <a:fillRect l="-396721" t="-1786" r="-103279" b="-5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7"/>
                          <a:stretch>
                            <a:fillRect l="-505000" t="-1786" r="-5000" b="-53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60846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6" name="表格 206">
                <a:extLst>
                  <a:ext uri="{FF2B5EF4-FFF2-40B4-BE49-F238E27FC236}">
                    <a16:creationId xmlns:a16="http://schemas.microsoft.com/office/drawing/2014/main" id="{6AB3F272-8E96-4E46-AE9C-CF71AE9E3E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6096099"/>
                  </p:ext>
                </p:extLst>
              </p:nvPr>
            </p:nvGraphicFramePr>
            <p:xfrm>
              <a:off x="9725105" y="4964490"/>
              <a:ext cx="1103844" cy="10363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75961">
                      <a:extLst>
                        <a:ext uri="{9D8B030D-6E8A-4147-A177-3AD203B41FA5}">
                          <a16:colId xmlns:a16="http://schemas.microsoft.com/office/drawing/2014/main" val="3359104030"/>
                        </a:ext>
                      </a:extLst>
                    </a:gridCol>
                    <a:gridCol w="275961">
                      <a:extLst>
                        <a:ext uri="{9D8B030D-6E8A-4147-A177-3AD203B41FA5}">
                          <a16:colId xmlns:a16="http://schemas.microsoft.com/office/drawing/2014/main" val="1983291393"/>
                        </a:ext>
                      </a:extLst>
                    </a:gridCol>
                    <a:gridCol w="275961">
                      <a:extLst>
                        <a:ext uri="{9D8B030D-6E8A-4147-A177-3AD203B41FA5}">
                          <a16:colId xmlns:a16="http://schemas.microsoft.com/office/drawing/2014/main" val="3550265163"/>
                        </a:ext>
                      </a:extLst>
                    </a:gridCol>
                    <a:gridCol w="275961">
                      <a:extLst>
                        <a:ext uri="{9D8B030D-6E8A-4147-A177-3AD203B41FA5}">
                          <a16:colId xmlns:a16="http://schemas.microsoft.com/office/drawing/2014/main" val="1033261421"/>
                        </a:ext>
                      </a:extLst>
                    </a:gridCol>
                  </a:tblGrid>
                  <a:tr h="248964"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1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1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1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71114279"/>
                      </a:ext>
                    </a:extLst>
                  </a:tr>
                  <a:tr h="24896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1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5C68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AF6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475296"/>
                      </a:ext>
                    </a:extLst>
                  </a:tr>
                  <a:tr h="24896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1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81BA7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ECB9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8665262"/>
                      </a:ext>
                    </a:extLst>
                  </a:tr>
                  <a:tr h="24896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zh-CN" sz="11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1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BC99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08854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6" name="表格 206">
                <a:extLst>
                  <a:ext uri="{FF2B5EF4-FFF2-40B4-BE49-F238E27FC236}">
                    <a16:creationId xmlns:a16="http://schemas.microsoft.com/office/drawing/2014/main" id="{6AB3F272-8E96-4E46-AE9C-CF71AE9E3E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6096099"/>
                  </p:ext>
                </p:extLst>
              </p:nvPr>
            </p:nvGraphicFramePr>
            <p:xfrm>
              <a:off x="9725105" y="4964490"/>
              <a:ext cx="1103844" cy="10363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75961">
                      <a:extLst>
                        <a:ext uri="{9D8B030D-6E8A-4147-A177-3AD203B41FA5}">
                          <a16:colId xmlns:a16="http://schemas.microsoft.com/office/drawing/2014/main" val="3359104030"/>
                        </a:ext>
                      </a:extLst>
                    </a:gridCol>
                    <a:gridCol w="275961">
                      <a:extLst>
                        <a:ext uri="{9D8B030D-6E8A-4147-A177-3AD203B41FA5}">
                          <a16:colId xmlns:a16="http://schemas.microsoft.com/office/drawing/2014/main" val="1983291393"/>
                        </a:ext>
                      </a:extLst>
                    </a:gridCol>
                    <a:gridCol w="275961">
                      <a:extLst>
                        <a:ext uri="{9D8B030D-6E8A-4147-A177-3AD203B41FA5}">
                          <a16:colId xmlns:a16="http://schemas.microsoft.com/office/drawing/2014/main" val="3550265163"/>
                        </a:ext>
                      </a:extLst>
                    </a:gridCol>
                    <a:gridCol w="275961">
                      <a:extLst>
                        <a:ext uri="{9D8B030D-6E8A-4147-A177-3AD203B41FA5}">
                          <a16:colId xmlns:a16="http://schemas.microsoft.com/office/drawing/2014/main" val="1033261421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4444" t="-2326" r="-206667" b="-3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200000" t="-2326" r="-102174" b="-3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306667" t="-2326" r="-4444" b="-3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111427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8"/>
                          <a:stretch>
                            <a:fillRect l="-2174" t="-102326" r="-300000" b="-2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5C68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7AF6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47529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8"/>
                          <a:stretch>
                            <a:fillRect l="-2174" t="-207143" r="-300000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81BA7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ECB9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866526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8"/>
                          <a:stretch>
                            <a:fillRect l="-2174" t="-300000" r="-300000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BC99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08854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7" name="矩形 206">
            <a:extLst>
              <a:ext uri="{FF2B5EF4-FFF2-40B4-BE49-F238E27FC236}">
                <a16:creationId xmlns:a16="http://schemas.microsoft.com/office/drawing/2014/main" id="{0E75FAD6-03A8-4AC6-95D1-9B05F7FC619D}"/>
              </a:ext>
            </a:extLst>
          </p:cNvPr>
          <p:cNvSpPr/>
          <p:nvPr/>
        </p:nvSpPr>
        <p:spPr>
          <a:xfrm>
            <a:off x="9812937" y="4098328"/>
            <a:ext cx="500166" cy="455194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9" name="连接符: 肘形 208">
            <a:extLst>
              <a:ext uri="{FF2B5EF4-FFF2-40B4-BE49-F238E27FC236}">
                <a16:creationId xmlns:a16="http://schemas.microsoft.com/office/drawing/2014/main" id="{2CD9AF2E-A0AE-441C-B508-FC2468C786E2}"/>
              </a:ext>
            </a:extLst>
          </p:cNvPr>
          <p:cNvCxnSpPr>
            <a:cxnSpLocks/>
            <a:stCxn id="207" idx="1"/>
            <a:endCxn id="206" idx="1"/>
          </p:cNvCxnSpPr>
          <p:nvPr/>
        </p:nvCxnSpPr>
        <p:spPr>
          <a:xfrm rot="10800000" flipV="1">
            <a:off x="9725105" y="4325924"/>
            <a:ext cx="87832" cy="1156725"/>
          </a:xfrm>
          <a:prstGeom prst="bentConnector3">
            <a:avLst>
              <a:gd name="adj1" fmla="val 360270"/>
            </a:avLst>
          </a:prstGeom>
          <a:ln w="254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椭圆 218">
                <a:extLst>
                  <a:ext uri="{FF2B5EF4-FFF2-40B4-BE49-F238E27FC236}">
                    <a16:creationId xmlns:a16="http://schemas.microsoft.com/office/drawing/2014/main" id="{21A5D898-02DF-46E0-804B-5E5D32612D8A}"/>
                  </a:ext>
                </a:extLst>
              </p:cNvPr>
              <p:cNvSpPr/>
              <p:nvPr/>
            </p:nvSpPr>
            <p:spPr>
              <a:xfrm>
                <a:off x="11380235" y="4795717"/>
                <a:ext cx="362340" cy="350421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9" name="椭圆 218">
                <a:extLst>
                  <a:ext uri="{FF2B5EF4-FFF2-40B4-BE49-F238E27FC236}">
                    <a16:creationId xmlns:a16="http://schemas.microsoft.com/office/drawing/2014/main" id="{21A5D898-02DF-46E0-804B-5E5D32612D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0235" y="4795717"/>
                <a:ext cx="362340" cy="350421"/>
              </a:xfrm>
              <a:prstGeom prst="ellipse">
                <a:avLst/>
              </a:prstGeom>
              <a:blipFill>
                <a:blip r:embed="rId19"/>
                <a:stretch>
                  <a:fillRect l="-4839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椭圆 219">
                <a:extLst>
                  <a:ext uri="{FF2B5EF4-FFF2-40B4-BE49-F238E27FC236}">
                    <a16:creationId xmlns:a16="http://schemas.microsoft.com/office/drawing/2014/main" id="{6405AC62-9312-4ED5-AD81-AE5B80961A27}"/>
                  </a:ext>
                </a:extLst>
              </p:cNvPr>
              <p:cNvSpPr/>
              <p:nvPr/>
            </p:nvSpPr>
            <p:spPr>
              <a:xfrm>
                <a:off x="11376916" y="5346241"/>
                <a:ext cx="362340" cy="350421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0" name="椭圆 219">
                <a:extLst>
                  <a:ext uri="{FF2B5EF4-FFF2-40B4-BE49-F238E27FC236}">
                    <a16:creationId xmlns:a16="http://schemas.microsoft.com/office/drawing/2014/main" id="{6405AC62-9312-4ED5-AD81-AE5B80961A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6916" y="5346241"/>
                <a:ext cx="362340" cy="350421"/>
              </a:xfrm>
              <a:prstGeom prst="ellipse">
                <a:avLst/>
              </a:prstGeom>
              <a:blipFill>
                <a:blip r:embed="rId20"/>
                <a:stretch>
                  <a:fillRect l="-476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椭圆 220">
                <a:extLst>
                  <a:ext uri="{FF2B5EF4-FFF2-40B4-BE49-F238E27FC236}">
                    <a16:creationId xmlns:a16="http://schemas.microsoft.com/office/drawing/2014/main" id="{D4417E00-6ED9-4C71-935B-C6B72EA08A36}"/>
                  </a:ext>
                </a:extLst>
              </p:cNvPr>
              <p:cNvSpPr/>
              <p:nvPr/>
            </p:nvSpPr>
            <p:spPr>
              <a:xfrm>
                <a:off x="11376916" y="5905541"/>
                <a:ext cx="362340" cy="350421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1" name="椭圆 220">
                <a:extLst>
                  <a:ext uri="{FF2B5EF4-FFF2-40B4-BE49-F238E27FC236}">
                    <a16:creationId xmlns:a16="http://schemas.microsoft.com/office/drawing/2014/main" id="{D4417E00-6ED9-4C71-935B-C6B72EA08A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6916" y="5905541"/>
                <a:ext cx="362340" cy="350421"/>
              </a:xfrm>
              <a:prstGeom prst="ellipse">
                <a:avLst/>
              </a:prstGeom>
              <a:blipFill>
                <a:blip r:embed="rId21"/>
                <a:stretch>
                  <a:fillRect l="-476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5" name="表格 224">
            <a:extLst>
              <a:ext uri="{FF2B5EF4-FFF2-40B4-BE49-F238E27FC236}">
                <a16:creationId xmlns:a16="http://schemas.microsoft.com/office/drawing/2014/main" id="{CA98AE86-09B8-43C3-B7BA-F932B1167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391807"/>
              </p:ext>
            </p:extLst>
          </p:nvPr>
        </p:nvGraphicFramePr>
        <p:xfrm>
          <a:off x="12089677" y="4845583"/>
          <a:ext cx="827883" cy="259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961">
                  <a:extLst>
                    <a:ext uri="{9D8B030D-6E8A-4147-A177-3AD203B41FA5}">
                      <a16:colId xmlns:a16="http://schemas.microsoft.com/office/drawing/2014/main" val="380016394"/>
                    </a:ext>
                  </a:extLst>
                </a:gridCol>
                <a:gridCol w="275961">
                  <a:extLst>
                    <a:ext uri="{9D8B030D-6E8A-4147-A177-3AD203B41FA5}">
                      <a16:colId xmlns:a16="http://schemas.microsoft.com/office/drawing/2014/main" val="1732782036"/>
                    </a:ext>
                  </a:extLst>
                </a:gridCol>
                <a:gridCol w="275961">
                  <a:extLst>
                    <a:ext uri="{9D8B030D-6E8A-4147-A177-3AD203B41FA5}">
                      <a16:colId xmlns:a16="http://schemas.microsoft.com/office/drawing/2014/main" val="3830480313"/>
                    </a:ext>
                  </a:extLst>
                </a:gridCol>
              </a:tblGrid>
              <a:tr h="248964">
                <a:tc>
                  <a:txBody>
                    <a:bodyPr/>
                    <a:lstStyle/>
                    <a:p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68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A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777268"/>
                  </a:ext>
                </a:extLst>
              </a:tr>
            </a:tbl>
          </a:graphicData>
        </a:graphic>
      </p:graphicFrame>
      <p:graphicFrame>
        <p:nvGraphicFramePr>
          <p:cNvPr id="227" name="表格 226">
            <a:extLst>
              <a:ext uri="{FF2B5EF4-FFF2-40B4-BE49-F238E27FC236}">
                <a16:creationId xmlns:a16="http://schemas.microsoft.com/office/drawing/2014/main" id="{38026531-A80B-4099-B75C-553719149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581527"/>
              </p:ext>
            </p:extLst>
          </p:nvPr>
        </p:nvGraphicFramePr>
        <p:xfrm>
          <a:off x="12089677" y="5394895"/>
          <a:ext cx="827883" cy="259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961">
                  <a:extLst>
                    <a:ext uri="{9D8B030D-6E8A-4147-A177-3AD203B41FA5}">
                      <a16:colId xmlns:a16="http://schemas.microsoft.com/office/drawing/2014/main" val="380016394"/>
                    </a:ext>
                  </a:extLst>
                </a:gridCol>
                <a:gridCol w="275961">
                  <a:extLst>
                    <a:ext uri="{9D8B030D-6E8A-4147-A177-3AD203B41FA5}">
                      <a16:colId xmlns:a16="http://schemas.microsoft.com/office/drawing/2014/main" val="1732782036"/>
                    </a:ext>
                  </a:extLst>
                </a:gridCol>
                <a:gridCol w="275961">
                  <a:extLst>
                    <a:ext uri="{9D8B030D-6E8A-4147-A177-3AD203B41FA5}">
                      <a16:colId xmlns:a16="http://schemas.microsoft.com/office/drawing/2014/main" val="3830480313"/>
                    </a:ext>
                  </a:extLst>
                </a:gridCol>
              </a:tblGrid>
              <a:tr h="248964">
                <a:tc>
                  <a:txBody>
                    <a:bodyPr/>
                    <a:lstStyle/>
                    <a:p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68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777268"/>
                  </a:ext>
                </a:extLst>
              </a:tr>
            </a:tbl>
          </a:graphicData>
        </a:graphic>
      </p:graphicFrame>
      <p:graphicFrame>
        <p:nvGraphicFramePr>
          <p:cNvPr id="228" name="表格 227">
            <a:extLst>
              <a:ext uri="{FF2B5EF4-FFF2-40B4-BE49-F238E27FC236}">
                <a16:creationId xmlns:a16="http://schemas.microsoft.com/office/drawing/2014/main" id="{F6F01081-8C56-468B-8F31-EE7AA4ABE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553439"/>
              </p:ext>
            </p:extLst>
          </p:nvPr>
        </p:nvGraphicFramePr>
        <p:xfrm>
          <a:off x="12089677" y="5966726"/>
          <a:ext cx="827883" cy="259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961">
                  <a:extLst>
                    <a:ext uri="{9D8B030D-6E8A-4147-A177-3AD203B41FA5}">
                      <a16:colId xmlns:a16="http://schemas.microsoft.com/office/drawing/2014/main" val="380016394"/>
                    </a:ext>
                  </a:extLst>
                </a:gridCol>
                <a:gridCol w="275961">
                  <a:extLst>
                    <a:ext uri="{9D8B030D-6E8A-4147-A177-3AD203B41FA5}">
                      <a16:colId xmlns:a16="http://schemas.microsoft.com/office/drawing/2014/main" val="1732782036"/>
                    </a:ext>
                  </a:extLst>
                </a:gridCol>
                <a:gridCol w="275961">
                  <a:extLst>
                    <a:ext uri="{9D8B030D-6E8A-4147-A177-3AD203B41FA5}">
                      <a16:colId xmlns:a16="http://schemas.microsoft.com/office/drawing/2014/main" val="3830480313"/>
                    </a:ext>
                  </a:extLst>
                </a:gridCol>
              </a:tblGrid>
              <a:tr h="248964">
                <a:tc>
                  <a:txBody>
                    <a:bodyPr/>
                    <a:lstStyle/>
                    <a:p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C68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777268"/>
                  </a:ext>
                </a:extLst>
              </a:tr>
            </a:tbl>
          </a:graphicData>
        </a:graphic>
      </p:graphicFrame>
      <p:cxnSp>
        <p:nvCxnSpPr>
          <p:cNvPr id="229" name="连接符: 曲线 228">
            <a:extLst>
              <a:ext uri="{FF2B5EF4-FFF2-40B4-BE49-F238E27FC236}">
                <a16:creationId xmlns:a16="http://schemas.microsoft.com/office/drawing/2014/main" id="{6A0A2EE3-50DB-4ED3-A771-D06D827DEDDE}"/>
              </a:ext>
            </a:extLst>
          </p:cNvPr>
          <p:cNvCxnSpPr>
            <a:cxnSpLocks/>
            <a:stCxn id="219" idx="2"/>
            <a:endCxn id="220" idx="2"/>
          </p:cNvCxnSpPr>
          <p:nvPr/>
        </p:nvCxnSpPr>
        <p:spPr>
          <a:xfrm rot="10800000" flipV="1">
            <a:off x="11376917" y="4970928"/>
            <a:ext cx="3319" cy="550524"/>
          </a:xfrm>
          <a:prstGeom prst="curvedConnector3">
            <a:avLst>
              <a:gd name="adj1" fmla="val 3314221"/>
            </a:avLst>
          </a:prstGeom>
          <a:ln w="19050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连接符: 曲线 234">
            <a:extLst>
              <a:ext uri="{FF2B5EF4-FFF2-40B4-BE49-F238E27FC236}">
                <a16:creationId xmlns:a16="http://schemas.microsoft.com/office/drawing/2014/main" id="{C5C02722-B87D-464A-B9C3-9512A79C1092}"/>
              </a:ext>
            </a:extLst>
          </p:cNvPr>
          <p:cNvCxnSpPr>
            <a:cxnSpLocks/>
            <a:stCxn id="219" idx="2"/>
            <a:endCxn id="221" idx="2"/>
          </p:cNvCxnSpPr>
          <p:nvPr/>
        </p:nvCxnSpPr>
        <p:spPr>
          <a:xfrm rot="10800000" flipV="1">
            <a:off x="11376917" y="4970928"/>
            <a:ext cx="3319" cy="1109824"/>
          </a:xfrm>
          <a:prstGeom prst="curvedConnector3">
            <a:avLst>
              <a:gd name="adj1" fmla="val 6987617"/>
            </a:avLst>
          </a:prstGeom>
          <a:ln w="1905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连接符: 曲线 239">
            <a:extLst>
              <a:ext uri="{FF2B5EF4-FFF2-40B4-BE49-F238E27FC236}">
                <a16:creationId xmlns:a16="http://schemas.microsoft.com/office/drawing/2014/main" id="{E7042F53-6DD2-43B4-995F-9978065D58BE}"/>
              </a:ext>
            </a:extLst>
          </p:cNvPr>
          <p:cNvCxnSpPr>
            <a:cxnSpLocks/>
            <a:stCxn id="220" idx="6"/>
            <a:endCxn id="219" idx="6"/>
          </p:cNvCxnSpPr>
          <p:nvPr/>
        </p:nvCxnSpPr>
        <p:spPr>
          <a:xfrm flipV="1">
            <a:off x="11739256" y="4970928"/>
            <a:ext cx="3319" cy="550524"/>
          </a:xfrm>
          <a:prstGeom prst="curvedConnector3">
            <a:avLst>
              <a:gd name="adj1" fmla="val 2855047"/>
            </a:avLst>
          </a:prstGeom>
          <a:ln w="19050">
            <a:solidFill>
              <a:srgbClr val="BFA3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连接符: 曲线 243">
            <a:extLst>
              <a:ext uri="{FF2B5EF4-FFF2-40B4-BE49-F238E27FC236}">
                <a16:creationId xmlns:a16="http://schemas.microsoft.com/office/drawing/2014/main" id="{770939A5-74DF-4CA0-9A0B-3F7C071FAFD7}"/>
              </a:ext>
            </a:extLst>
          </p:cNvPr>
          <p:cNvCxnSpPr>
            <a:cxnSpLocks/>
            <a:stCxn id="221" idx="6"/>
            <a:endCxn id="220" idx="6"/>
          </p:cNvCxnSpPr>
          <p:nvPr/>
        </p:nvCxnSpPr>
        <p:spPr>
          <a:xfrm flipV="1">
            <a:off x="11739256" y="5521452"/>
            <a:ext cx="12700" cy="559300"/>
          </a:xfrm>
          <a:prstGeom prst="curvedConnector3">
            <a:avLst>
              <a:gd name="adj1" fmla="val 1020000"/>
            </a:avLst>
          </a:prstGeom>
          <a:ln w="19050">
            <a:solidFill>
              <a:srgbClr val="BFA3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连接符: 曲线 246">
            <a:extLst>
              <a:ext uri="{FF2B5EF4-FFF2-40B4-BE49-F238E27FC236}">
                <a16:creationId xmlns:a16="http://schemas.microsoft.com/office/drawing/2014/main" id="{2EC39779-F0DB-46B0-9EBF-58849F45ACFB}"/>
              </a:ext>
            </a:extLst>
          </p:cNvPr>
          <p:cNvCxnSpPr>
            <a:cxnSpLocks/>
            <a:stCxn id="221" idx="6"/>
            <a:endCxn id="219" idx="6"/>
          </p:cNvCxnSpPr>
          <p:nvPr/>
        </p:nvCxnSpPr>
        <p:spPr>
          <a:xfrm flipV="1">
            <a:off x="11739256" y="4970928"/>
            <a:ext cx="3319" cy="1109824"/>
          </a:xfrm>
          <a:prstGeom prst="curvedConnector3">
            <a:avLst>
              <a:gd name="adj1" fmla="val 6987617"/>
            </a:avLst>
          </a:prstGeom>
          <a:ln w="1905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连接符: 曲线 250">
            <a:extLst>
              <a:ext uri="{FF2B5EF4-FFF2-40B4-BE49-F238E27FC236}">
                <a16:creationId xmlns:a16="http://schemas.microsoft.com/office/drawing/2014/main" id="{7A40F0E9-B55B-4F83-89F8-AF8665749101}"/>
              </a:ext>
            </a:extLst>
          </p:cNvPr>
          <p:cNvCxnSpPr>
            <a:cxnSpLocks/>
            <a:stCxn id="220" idx="2"/>
            <a:endCxn id="221" idx="2"/>
          </p:cNvCxnSpPr>
          <p:nvPr/>
        </p:nvCxnSpPr>
        <p:spPr>
          <a:xfrm rot="10800000" flipV="1">
            <a:off x="11376916" y="5521452"/>
            <a:ext cx="12700" cy="559300"/>
          </a:xfrm>
          <a:prstGeom prst="curvedConnector3">
            <a:avLst>
              <a:gd name="adj1" fmla="val 870000"/>
            </a:avLst>
          </a:prstGeom>
          <a:ln w="19050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箭头: 下 254">
            <a:extLst>
              <a:ext uri="{FF2B5EF4-FFF2-40B4-BE49-F238E27FC236}">
                <a16:creationId xmlns:a16="http://schemas.microsoft.com/office/drawing/2014/main" id="{3974930A-BF80-48D4-B835-F38F41669BB5}"/>
              </a:ext>
            </a:extLst>
          </p:cNvPr>
          <p:cNvSpPr/>
          <p:nvPr/>
        </p:nvSpPr>
        <p:spPr>
          <a:xfrm rot="16200000">
            <a:off x="10852000" y="5444466"/>
            <a:ext cx="267020" cy="281598"/>
          </a:xfrm>
          <a:prstGeom prst="downArrow">
            <a:avLst/>
          </a:prstGeom>
          <a:gradFill>
            <a:gsLst>
              <a:gs pos="33000">
                <a:schemeClr val="bg1">
                  <a:lumMod val="95000"/>
                </a:schemeClr>
              </a:gs>
              <a:gs pos="6200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矩形: 圆角 255">
            <a:extLst>
              <a:ext uri="{FF2B5EF4-FFF2-40B4-BE49-F238E27FC236}">
                <a16:creationId xmlns:a16="http://schemas.microsoft.com/office/drawing/2014/main" id="{A0C6995F-DA79-4936-B86D-C19019EF9BCB}"/>
              </a:ext>
            </a:extLst>
          </p:cNvPr>
          <p:cNvSpPr/>
          <p:nvPr/>
        </p:nvSpPr>
        <p:spPr>
          <a:xfrm>
            <a:off x="6039421" y="-990662"/>
            <a:ext cx="6969360" cy="3891315"/>
          </a:xfrm>
          <a:prstGeom prst="roundRect">
            <a:avLst>
              <a:gd name="adj" fmla="val 6219"/>
            </a:avLst>
          </a:prstGeom>
          <a:noFill/>
          <a:ln w="50800">
            <a:gradFill>
              <a:gsLst>
                <a:gs pos="0">
                  <a:srgbClr val="7648C8"/>
                </a:gs>
                <a:gs pos="48000">
                  <a:srgbClr val="ADF9D7"/>
                </a:gs>
                <a:gs pos="100000">
                  <a:srgbClr val="78CFC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矩形: 圆角 256">
            <a:extLst>
              <a:ext uri="{FF2B5EF4-FFF2-40B4-BE49-F238E27FC236}">
                <a16:creationId xmlns:a16="http://schemas.microsoft.com/office/drawing/2014/main" id="{BBC5A470-EFFC-412B-BA5A-883366213C37}"/>
              </a:ext>
            </a:extLst>
          </p:cNvPr>
          <p:cNvSpPr/>
          <p:nvPr/>
        </p:nvSpPr>
        <p:spPr>
          <a:xfrm>
            <a:off x="6135767" y="-924661"/>
            <a:ext cx="6793925" cy="3739045"/>
          </a:xfrm>
          <a:prstGeom prst="roundRect">
            <a:avLst>
              <a:gd name="adj" fmla="val 6219"/>
            </a:avLst>
          </a:prstGeom>
          <a:gradFill>
            <a:gsLst>
              <a:gs pos="0">
                <a:srgbClr val="EFE2F8"/>
              </a:gs>
              <a:gs pos="48000">
                <a:srgbClr val="E5F6FB"/>
              </a:gs>
              <a:gs pos="100000">
                <a:srgbClr val="A9E2E1"/>
              </a:gs>
            </a:gsLst>
            <a:lin ang="2700000" scaled="0"/>
          </a:gradFill>
          <a:ln w="19050">
            <a:gradFill>
              <a:gsLst>
                <a:gs pos="0">
                  <a:srgbClr val="7648C8"/>
                </a:gs>
                <a:gs pos="48000">
                  <a:srgbClr val="ADF9D7"/>
                </a:gs>
                <a:gs pos="100000">
                  <a:srgbClr val="78CFC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矩形: 圆角 269">
            <a:extLst>
              <a:ext uri="{FF2B5EF4-FFF2-40B4-BE49-F238E27FC236}">
                <a16:creationId xmlns:a16="http://schemas.microsoft.com/office/drawing/2014/main" id="{04C944EC-F20B-4624-9AF9-9BDFA4A748FC}"/>
              </a:ext>
            </a:extLst>
          </p:cNvPr>
          <p:cNvSpPr/>
          <p:nvPr/>
        </p:nvSpPr>
        <p:spPr>
          <a:xfrm>
            <a:off x="6309089" y="-365671"/>
            <a:ext cx="3370203" cy="1267692"/>
          </a:xfrm>
          <a:prstGeom prst="roundRect">
            <a:avLst>
              <a:gd name="adj" fmla="val 6219"/>
            </a:avLst>
          </a:prstGeom>
          <a:noFill/>
          <a:ln w="19050">
            <a:gradFill>
              <a:gsLst>
                <a:gs pos="0">
                  <a:srgbClr val="7648C8"/>
                </a:gs>
                <a:gs pos="52000">
                  <a:srgbClr val="EFF9F9"/>
                </a:gs>
                <a:gs pos="100000">
                  <a:srgbClr val="78CFC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F055F758-EBDA-4A1E-A947-A73CC61EC508}"/>
              </a:ext>
            </a:extLst>
          </p:cNvPr>
          <p:cNvSpPr txBox="1"/>
          <p:nvPr/>
        </p:nvSpPr>
        <p:spPr>
          <a:xfrm>
            <a:off x="6195181" y="-737733"/>
            <a:ext cx="3473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Stage1: Volatility-aware Feature Encoding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85AC7061-BDB0-4104-861A-527174A02FEA}"/>
              </a:ext>
            </a:extLst>
          </p:cNvPr>
          <p:cNvSpPr txBox="1"/>
          <p:nvPr/>
        </p:nvSpPr>
        <p:spPr>
          <a:xfrm>
            <a:off x="6089660" y="953658"/>
            <a:ext cx="3771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Stage2: Overlapped Conv-Recurrent Modeling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50" name="直接箭头连接符 2049">
            <a:extLst>
              <a:ext uri="{FF2B5EF4-FFF2-40B4-BE49-F238E27FC236}">
                <a16:creationId xmlns:a16="http://schemas.microsoft.com/office/drawing/2014/main" id="{12E493F2-557D-4E3D-A822-5BA657CE4828}"/>
              </a:ext>
            </a:extLst>
          </p:cNvPr>
          <p:cNvCxnSpPr>
            <a:cxnSpLocks/>
          </p:cNvCxnSpPr>
          <p:nvPr/>
        </p:nvCxnSpPr>
        <p:spPr>
          <a:xfrm flipV="1">
            <a:off x="6373977" y="506426"/>
            <a:ext cx="1556249" cy="91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2052">
            <a:extLst>
              <a:ext uri="{FF2B5EF4-FFF2-40B4-BE49-F238E27FC236}">
                <a16:creationId xmlns:a16="http://schemas.microsoft.com/office/drawing/2014/main" id="{F748C3D1-C907-4340-A924-3F58630D35FB}"/>
              </a:ext>
            </a:extLst>
          </p:cNvPr>
          <p:cNvSpPr txBox="1"/>
          <p:nvPr/>
        </p:nvSpPr>
        <p:spPr>
          <a:xfrm>
            <a:off x="6904678" y="502695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727CACA1-3FAA-48C5-AB7E-904AF251BCB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75660" y="-271230"/>
            <a:ext cx="1429106" cy="743135"/>
          </a:xfrm>
          <a:prstGeom prst="rect">
            <a:avLst/>
          </a:prstGeom>
        </p:spPr>
      </p:pic>
      <p:sp>
        <p:nvSpPr>
          <p:cNvPr id="296" name="矩形: 圆角 295">
            <a:extLst>
              <a:ext uri="{FF2B5EF4-FFF2-40B4-BE49-F238E27FC236}">
                <a16:creationId xmlns:a16="http://schemas.microsoft.com/office/drawing/2014/main" id="{72B94056-2242-4167-BA66-DCC5A8C30E0A}"/>
              </a:ext>
            </a:extLst>
          </p:cNvPr>
          <p:cNvSpPr/>
          <p:nvPr/>
        </p:nvSpPr>
        <p:spPr>
          <a:xfrm>
            <a:off x="6309090" y="1311070"/>
            <a:ext cx="3370202" cy="1391467"/>
          </a:xfrm>
          <a:prstGeom prst="roundRect">
            <a:avLst>
              <a:gd name="adj" fmla="val 6219"/>
            </a:avLst>
          </a:prstGeom>
          <a:noFill/>
          <a:ln w="19050">
            <a:gradFill>
              <a:gsLst>
                <a:gs pos="0">
                  <a:srgbClr val="7648C8"/>
                </a:gs>
                <a:gs pos="48000">
                  <a:srgbClr val="EFF9F9"/>
                </a:gs>
                <a:gs pos="100000">
                  <a:srgbClr val="78CFC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69" name="图形 2068" descr="放大镜 纯色填充">
            <a:extLst>
              <a:ext uri="{FF2B5EF4-FFF2-40B4-BE49-F238E27FC236}">
                <a16:creationId xmlns:a16="http://schemas.microsoft.com/office/drawing/2014/main" id="{8796EEF6-AC4A-461E-B8BC-6F7CE40CDE0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986065" y="-340409"/>
            <a:ext cx="355798" cy="355798"/>
          </a:xfrm>
          <a:prstGeom prst="rect">
            <a:avLst/>
          </a:prstGeom>
        </p:spPr>
      </p:pic>
      <p:cxnSp>
        <p:nvCxnSpPr>
          <p:cNvPr id="2071" name="直接连接符 2070">
            <a:extLst>
              <a:ext uri="{FF2B5EF4-FFF2-40B4-BE49-F238E27FC236}">
                <a16:creationId xmlns:a16="http://schemas.microsoft.com/office/drawing/2014/main" id="{B65EC224-7A46-4F1A-A11E-ACCAB6E4CA0D}"/>
              </a:ext>
            </a:extLst>
          </p:cNvPr>
          <p:cNvCxnSpPr>
            <a:cxnSpLocks/>
          </p:cNvCxnSpPr>
          <p:nvPr/>
        </p:nvCxnSpPr>
        <p:spPr>
          <a:xfrm>
            <a:off x="6380340" y="325294"/>
            <a:ext cx="753846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矩形: 圆角 312">
            <a:extLst>
              <a:ext uri="{FF2B5EF4-FFF2-40B4-BE49-F238E27FC236}">
                <a16:creationId xmlns:a16="http://schemas.microsoft.com/office/drawing/2014/main" id="{7E9A54C8-B732-494A-9C7B-368A34364F9B}"/>
              </a:ext>
            </a:extLst>
          </p:cNvPr>
          <p:cNvSpPr/>
          <p:nvPr/>
        </p:nvSpPr>
        <p:spPr>
          <a:xfrm>
            <a:off x="6375149" y="39965"/>
            <a:ext cx="749815" cy="403652"/>
          </a:xfrm>
          <a:prstGeom prst="roundRect">
            <a:avLst>
              <a:gd name="adj" fmla="val 2596"/>
            </a:avLst>
          </a:prstGeom>
          <a:noFill/>
          <a:ln w="1016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76" name="直接箭头连接符 2075">
            <a:extLst>
              <a:ext uri="{FF2B5EF4-FFF2-40B4-BE49-F238E27FC236}">
                <a16:creationId xmlns:a16="http://schemas.microsoft.com/office/drawing/2014/main" id="{663E4458-2097-4CDE-98A4-60F5D25A20E7}"/>
              </a:ext>
            </a:extLst>
          </p:cNvPr>
          <p:cNvCxnSpPr>
            <a:cxnSpLocks/>
          </p:cNvCxnSpPr>
          <p:nvPr/>
        </p:nvCxnSpPr>
        <p:spPr>
          <a:xfrm>
            <a:off x="6575183" y="122370"/>
            <a:ext cx="0" cy="202924"/>
          </a:xfrm>
          <a:prstGeom prst="straightConnector1">
            <a:avLst/>
          </a:prstGeom>
          <a:ln>
            <a:solidFill>
              <a:srgbClr val="63F3B2"/>
            </a:solidFill>
            <a:headEnd type="arrow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0" name="图形 319" descr="放大镜 纯色填充">
            <a:extLst>
              <a:ext uri="{FF2B5EF4-FFF2-40B4-BE49-F238E27FC236}">
                <a16:creationId xmlns:a16="http://schemas.microsoft.com/office/drawing/2014/main" id="{899593F2-9FFB-4350-B560-27D123D1819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94886" y="-309"/>
            <a:ext cx="201711" cy="201711"/>
          </a:xfrm>
          <a:prstGeom prst="rect">
            <a:avLst/>
          </a:prstGeom>
        </p:spPr>
      </p:pic>
      <p:pic>
        <p:nvPicPr>
          <p:cNvPr id="321" name="图形 320" descr="放大镜 纯色填充">
            <a:extLst>
              <a:ext uri="{FF2B5EF4-FFF2-40B4-BE49-F238E27FC236}">
                <a16:creationId xmlns:a16="http://schemas.microsoft.com/office/drawing/2014/main" id="{4A7FA1E5-07ED-4564-BD3F-BB7926D24BC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797489" y="139901"/>
            <a:ext cx="201711" cy="201711"/>
          </a:xfrm>
          <a:prstGeom prst="rect">
            <a:avLst/>
          </a:prstGeom>
        </p:spPr>
      </p:pic>
      <p:pic>
        <p:nvPicPr>
          <p:cNvPr id="322" name="图形 321" descr="放大镜 纯色填充">
            <a:extLst>
              <a:ext uri="{FF2B5EF4-FFF2-40B4-BE49-F238E27FC236}">
                <a16:creationId xmlns:a16="http://schemas.microsoft.com/office/drawing/2014/main" id="{71E7AB24-8D49-4D0F-9164-0543A176B5E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721201" y="312116"/>
            <a:ext cx="201711" cy="201711"/>
          </a:xfrm>
          <a:prstGeom prst="rect">
            <a:avLst/>
          </a:prstGeom>
        </p:spPr>
      </p:pic>
      <p:sp>
        <p:nvSpPr>
          <p:cNvPr id="2078" name="椭圆 2077">
            <a:extLst>
              <a:ext uri="{FF2B5EF4-FFF2-40B4-BE49-F238E27FC236}">
                <a16:creationId xmlns:a16="http://schemas.microsoft.com/office/drawing/2014/main" id="{1EE633E4-D2DF-4DF2-85DD-6FC8BDF894AC}"/>
              </a:ext>
            </a:extLst>
          </p:cNvPr>
          <p:cNvSpPr/>
          <p:nvPr/>
        </p:nvSpPr>
        <p:spPr>
          <a:xfrm>
            <a:off x="8433823" y="-228661"/>
            <a:ext cx="135009" cy="137462"/>
          </a:xfrm>
          <a:prstGeom prst="ellipse">
            <a:avLst/>
          </a:prstGeom>
          <a:solidFill>
            <a:srgbClr val="D1F2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8ED6A56B-C86A-40D1-BCF0-388F05A76247}"/>
              </a:ext>
            </a:extLst>
          </p:cNvPr>
          <p:cNvSpPr/>
          <p:nvPr/>
        </p:nvSpPr>
        <p:spPr>
          <a:xfrm>
            <a:off x="8433823" y="31646"/>
            <a:ext cx="135009" cy="137462"/>
          </a:xfrm>
          <a:prstGeom prst="ellipse">
            <a:avLst/>
          </a:prstGeom>
          <a:solidFill>
            <a:srgbClr val="D1F2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5" name="椭圆 324">
            <a:extLst>
              <a:ext uri="{FF2B5EF4-FFF2-40B4-BE49-F238E27FC236}">
                <a16:creationId xmlns:a16="http://schemas.microsoft.com/office/drawing/2014/main" id="{5F3409D2-947F-4E45-8371-FF20DAE122CF}"/>
              </a:ext>
            </a:extLst>
          </p:cNvPr>
          <p:cNvSpPr/>
          <p:nvPr/>
        </p:nvSpPr>
        <p:spPr>
          <a:xfrm>
            <a:off x="8433823" y="311635"/>
            <a:ext cx="135009" cy="137462"/>
          </a:xfrm>
          <a:prstGeom prst="ellipse">
            <a:avLst/>
          </a:prstGeom>
          <a:solidFill>
            <a:srgbClr val="D1F2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B47B7A68-959D-49DD-83BB-5DE85B62557A}"/>
              </a:ext>
            </a:extLst>
          </p:cNvPr>
          <p:cNvSpPr/>
          <p:nvPr/>
        </p:nvSpPr>
        <p:spPr>
          <a:xfrm>
            <a:off x="8709662" y="-84677"/>
            <a:ext cx="135009" cy="13746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7" name="椭圆 326">
            <a:extLst>
              <a:ext uri="{FF2B5EF4-FFF2-40B4-BE49-F238E27FC236}">
                <a16:creationId xmlns:a16="http://schemas.microsoft.com/office/drawing/2014/main" id="{4F10C8B4-7272-4C4F-8654-19A29376A638}"/>
              </a:ext>
            </a:extLst>
          </p:cNvPr>
          <p:cNvSpPr/>
          <p:nvPr/>
        </p:nvSpPr>
        <p:spPr>
          <a:xfrm>
            <a:off x="8714013" y="151909"/>
            <a:ext cx="135009" cy="13746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658FE7C0-BE2A-4732-A9B6-4BAF0818F178}"/>
              </a:ext>
            </a:extLst>
          </p:cNvPr>
          <p:cNvSpPr/>
          <p:nvPr/>
        </p:nvSpPr>
        <p:spPr>
          <a:xfrm>
            <a:off x="8908308" y="28844"/>
            <a:ext cx="135009" cy="137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80" name="直接连接符 2079">
            <a:extLst>
              <a:ext uri="{FF2B5EF4-FFF2-40B4-BE49-F238E27FC236}">
                <a16:creationId xmlns:a16="http://schemas.microsoft.com/office/drawing/2014/main" id="{B1A7BED2-4875-4073-8502-3C07DE1A783A}"/>
              </a:ext>
            </a:extLst>
          </p:cNvPr>
          <p:cNvCxnSpPr>
            <a:cxnSpLocks/>
            <a:stCxn id="2078" idx="6"/>
            <a:endCxn id="326" idx="1"/>
          </p:cNvCxnSpPr>
          <p:nvPr/>
        </p:nvCxnSpPr>
        <p:spPr>
          <a:xfrm>
            <a:off x="8568832" y="-159930"/>
            <a:ext cx="160602" cy="9538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连接符 334">
            <a:extLst>
              <a:ext uri="{FF2B5EF4-FFF2-40B4-BE49-F238E27FC236}">
                <a16:creationId xmlns:a16="http://schemas.microsoft.com/office/drawing/2014/main" id="{564C6647-A015-41E7-B32C-B89259EE2BB1}"/>
              </a:ext>
            </a:extLst>
          </p:cNvPr>
          <p:cNvCxnSpPr>
            <a:cxnSpLocks/>
            <a:stCxn id="324" idx="7"/>
            <a:endCxn id="326" idx="2"/>
          </p:cNvCxnSpPr>
          <p:nvPr/>
        </p:nvCxnSpPr>
        <p:spPr>
          <a:xfrm flipV="1">
            <a:off x="8549060" y="-15946"/>
            <a:ext cx="160602" cy="6772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连接符 337">
            <a:extLst>
              <a:ext uri="{FF2B5EF4-FFF2-40B4-BE49-F238E27FC236}">
                <a16:creationId xmlns:a16="http://schemas.microsoft.com/office/drawing/2014/main" id="{55E1C146-C523-48D9-95CA-51CA6739EFBD}"/>
              </a:ext>
            </a:extLst>
          </p:cNvPr>
          <p:cNvCxnSpPr>
            <a:cxnSpLocks/>
            <a:stCxn id="325" idx="6"/>
            <a:endCxn id="327" idx="3"/>
          </p:cNvCxnSpPr>
          <p:nvPr/>
        </p:nvCxnSpPr>
        <p:spPr>
          <a:xfrm flipV="1">
            <a:off x="8568832" y="269240"/>
            <a:ext cx="164953" cy="11112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接连接符 342">
            <a:extLst>
              <a:ext uri="{FF2B5EF4-FFF2-40B4-BE49-F238E27FC236}">
                <a16:creationId xmlns:a16="http://schemas.microsoft.com/office/drawing/2014/main" id="{91A02917-E681-4E73-ACF7-3150082439C9}"/>
              </a:ext>
            </a:extLst>
          </p:cNvPr>
          <p:cNvCxnSpPr>
            <a:cxnSpLocks/>
            <a:stCxn id="324" idx="5"/>
            <a:endCxn id="327" idx="2"/>
          </p:cNvCxnSpPr>
          <p:nvPr/>
        </p:nvCxnSpPr>
        <p:spPr>
          <a:xfrm>
            <a:off x="8549060" y="148977"/>
            <a:ext cx="164953" cy="7166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接连接符 345">
            <a:extLst>
              <a:ext uri="{FF2B5EF4-FFF2-40B4-BE49-F238E27FC236}">
                <a16:creationId xmlns:a16="http://schemas.microsoft.com/office/drawing/2014/main" id="{A04BB594-0C24-4166-B290-D009EDF48A20}"/>
              </a:ext>
            </a:extLst>
          </p:cNvPr>
          <p:cNvCxnSpPr>
            <a:cxnSpLocks/>
            <a:stCxn id="2078" idx="5"/>
            <a:endCxn id="327" idx="1"/>
          </p:cNvCxnSpPr>
          <p:nvPr/>
        </p:nvCxnSpPr>
        <p:spPr>
          <a:xfrm>
            <a:off x="8549060" y="-111330"/>
            <a:ext cx="184725" cy="28337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接连接符 348">
            <a:extLst>
              <a:ext uri="{FF2B5EF4-FFF2-40B4-BE49-F238E27FC236}">
                <a16:creationId xmlns:a16="http://schemas.microsoft.com/office/drawing/2014/main" id="{208CA711-1169-41BC-813A-786F3266B061}"/>
              </a:ext>
            </a:extLst>
          </p:cNvPr>
          <p:cNvCxnSpPr>
            <a:cxnSpLocks/>
            <a:stCxn id="325" idx="7"/>
            <a:endCxn id="326" idx="3"/>
          </p:cNvCxnSpPr>
          <p:nvPr/>
        </p:nvCxnSpPr>
        <p:spPr>
          <a:xfrm flipV="1">
            <a:off x="8549060" y="32654"/>
            <a:ext cx="180374" cy="29911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接连接符 351">
            <a:extLst>
              <a:ext uri="{FF2B5EF4-FFF2-40B4-BE49-F238E27FC236}">
                <a16:creationId xmlns:a16="http://schemas.microsoft.com/office/drawing/2014/main" id="{F875EFE9-D534-4A88-8372-8EBF34B2E9DD}"/>
              </a:ext>
            </a:extLst>
          </p:cNvPr>
          <p:cNvCxnSpPr>
            <a:cxnSpLocks/>
            <a:stCxn id="328" idx="1"/>
            <a:endCxn id="326" idx="6"/>
          </p:cNvCxnSpPr>
          <p:nvPr/>
        </p:nvCxnSpPr>
        <p:spPr>
          <a:xfrm flipH="1" flipV="1">
            <a:off x="8844671" y="-15946"/>
            <a:ext cx="83409" cy="6492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接连接符 354">
            <a:extLst>
              <a:ext uri="{FF2B5EF4-FFF2-40B4-BE49-F238E27FC236}">
                <a16:creationId xmlns:a16="http://schemas.microsoft.com/office/drawing/2014/main" id="{E7C72A24-F513-4A6D-BAA1-EA56B552FFA7}"/>
              </a:ext>
            </a:extLst>
          </p:cNvPr>
          <p:cNvCxnSpPr>
            <a:cxnSpLocks/>
            <a:stCxn id="328" idx="3"/>
            <a:endCxn id="327" idx="6"/>
          </p:cNvCxnSpPr>
          <p:nvPr/>
        </p:nvCxnSpPr>
        <p:spPr>
          <a:xfrm flipH="1">
            <a:off x="8849022" y="146175"/>
            <a:ext cx="79058" cy="7446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5" name="矩形: 圆角 374">
            <a:extLst>
              <a:ext uri="{FF2B5EF4-FFF2-40B4-BE49-F238E27FC236}">
                <a16:creationId xmlns:a16="http://schemas.microsoft.com/office/drawing/2014/main" id="{4DE82948-4C23-43A0-9C35-0402ED4C4B46}"/>
              </a:ext>
            </a:extLst>
          </p:cNvPr>
          <p:cNvSpPr/>
          <p:nvPr/>
        </p:nvSpPr>
        <p:spPr>
          <a:xfrm>
            <a:off x="8160492" y="496924"/>
            <a:ext cx="1313900" cy="316843"/>
          </a:xfrm>
          <a:prstGeom prst="roundRect">
            <a:avLst>
              <a:gd name="adj" fmla="val 11398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1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8" name="图片 2057">
            <a:extLst>
              <a:ext uri="{FF2B5EF4-FFF2-40B4-BE49-F238E27FC236}">
                <a16:creationId xmlns:a16="http://schemas.microsoft.com/office/drawing/2014/main" id="{FC2E6B7A-41B7-4428-B4FD-B0E8776AC57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47946" y="1552417"/>
            <a:ext cx="2517135" cy="575345"/>
          </a:xfrm>
          <a:prstGeom prst="rect">
            <a:avLst/>
          </a:prstGeom>
        </p:spPr>
      </p:pic>
      <p:sp>
        <p:nvSpPr>
          <p:cNvPr id="286" name="矩形 285">
            <a:extLst>
              <a:ext uri="{FF2B5EF4-FFF2-40B4-BE49-F238E27FC236}">
                <a16:creationId xmlns:a16="http://schemas.microsoft.com/office/drawing/2014/main" id="{E8DD00CA-2AC1-4941-A5B8-072C55D68286}"/>
              </a:ext>
            </a:extLst>
          </p:cNvPr>
          <p:cNvSpPr/>
          <p:nvPr/>
        </p:nvSpPr>
        <p:spPr>
          <a:xfrm>
            <a:off x="6575183" y="1403002"/>
            <a:ext cx="1594222" cy="673132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7" name="矩形 376">
            <a:extLst>
              <a:ext uri="{FF2B5EF4-FFF2-40B4-BE49-F238E27FC236}">
                <a16:creationId xmlns:a16="http://schemas.microsoft.com/office/drawing/2014/main" id="{1D6B8115-4DB7-42B8-942B-DEE834FEDAB4}"/>
              </a:ext>
            </a:extLst>
          </p:cNvPr>
          <p:cNvSpPr/>
          <p:nvPr/>
        </p:nvSpPr>
        <p:spPr>
          <a:xfrm>
            <a:off x="7712340" y="1617399"/>
            <a:ext cx="1660840" cy="673132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8" name="矩形 377">
            <a:extLst>
              <a:ext uri="{FF2B5EF4-FFF2-40B4-BE49-F238E27FC236}">
                <a16:creationId xmlns:a16="http://schemas.microsoft.com/office/drawing/2014/main" id="{63962A56-E92E-4096-90FD-9DE9E5F36B73}"/>
              </a:ext>
            </a:extLst>
          </p:cNvPr>
          <p:cNvSpPr/>
          <p:nvPr/>
        </p:nvSpPr>
        <p:spPr>
          <a:xfrm>
            <a:off x="7715620" y="1617033"/>
            <a:ext cx="453785" cy="459101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17E52C34-391C-4F3E-807E-BD6106A529D0}"/>
              </a:ext>
            </a:extLst>
          </p:cNvPr>
          <p:cNvSpPr txBox="1"/>
          <p:nvPr/>
        </p:nvSpPr>
        <p:spPr>
          <a:xfrm>
            <a:off x="6555858" y="1349432"/>
            <a:ext cx="1262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segment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0" name="文本框 379">
            <a:extLst>
              <a:ext uri="{FF2B5EF4-FFF2-40B4-BE49-F238E27FC236}">
                <a16:creationId xmlns:a16="http://schemas.microsoft.com/office/drawing/2014/main" id="{650A51D9-B79B-4858-A972-F3D169C38584}"/>
              </a:ext>
            </a:extLst>
          </p:cNvPr>
          <p:cNvSpPr txBox="1"/>
          <p:nvPr/>
        </p:nvSpPr>
        <p:spPr>
          <a:xfrm>
            <a:off x="7852545" y="2022969"/>
            <a:ext cx="1457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segment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3" name="矩形: 圆角 382">
            <a:extLst>
              <a:ext uri="{FF2B5EF4-FFF2-40B4-BE49-F238E27FC236}">
                <a16:creationId xmlns:a16="http://schemas.microsoft.com/office/drawing/2014/main" id="{E38676DA-7B0A-46E4-9769-4A7FC71BF775}"/>
              </a:ext>
            </a:extLst>
          </p:cNvPr>
          <p:cNvSpPr/>
          <p:nvPr/>
        </p:nvSpPr>
        <p:spPr>
          <a:xfrm>
            <a:off x="7155094" y="2341174"/>
            <a:ext cx="1626024" cy="288510"/>
          </a:xfrm>
          <a:prstGeom prst="roundRect">
            <a:avLst>
              <a:gd name="adj" fmla="val 11398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2-3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4" name="矩形: 圆角 383">
            <a:extLst>
              <a:ext uri="{FF2B5EF4-FFF2-40B4-BE49-F238E27FC236}">
                <a16:creationId xmlns:a16="http://schemas.microsoft.com/office/drawing/2014/main" id="{F6085AF8-69DD-476A-AC71-B7FA4C709101}"/>
              </a:ext>
            </a:extLst>
          </p:cNvPr>
          <p:cNvSpPr/>
          <p:nvPr/>
        </p:nvSpPr>
        <p:spPr>
          <a:xfrm>
            <a:off x="9860670" y="-367133"/>
            <a:ext cx="2955464" cy="3069670"/>
          </a:xfrm>
          <a:prstGeom prst="roundRect">
            <a:avLst>
              <a:gd name="adj" fmla="val 3254"/>
            </a:avLst>
          </a:prstGeom>
          <a:noFill/>
          <a:ln w="19050">
            <a:gradFill>
              <a:gsLst>
                <a:gs pos="0">
                  <a:srgbClr val="7648C8"/>
                </a:gs>
                <a:gs pos="52000">
                  <a:srgbClr val="EFF9F9"/>
                </a:gs>
                <a:gs pos="100000">
                  <a:srgbClr val="78CFC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4A1D0482-0C55-4A0B-8036-26CE28B1BFF5}"/>
              </a:ext>
            </a:extLst>
          </p:cNvPr>
          <p:cNvSpPr txBox="1"/>
          <p:nvPr/>
        </p:nvSpPr>
        <p:spPr>
          <a:xfrm>
            <a:off x="9561715" y="-925450"/>
            <a:ext cx="3436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Stage3: Continuity Compensation &amp; 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Anchoring 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6" name="图片 315">
            <a:extLst>
              <a:ext uri="{FF2B5EF4-FFF2-40B4-BE49-F238E27FC236}">
                <a16:creationId xmlns:a16="http://schemas.microsoft.com/office/drawing/2014/main" id="{A3B140C1-B5D8-4FAA-921C-9D62ADB0F6F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00087" y="-222665"/>
            <a:ext cx="2083711" cy="694570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</p:pic>
      <p:sp>
        <p:nvSpPr>
          <p:cNvPr id="317" name="椭圆 316">
            <a:extLst>
              <a:ext uri="{FF2B5EF4-FFF2-40B4-BE49-F238E27FC236}">
                <a16:creationId xmlns:a16="http://schemas.microsoft.com/office/drawing/2014/main" id="{3DE5ED0D-623D-4890-AC8F-7B1AA0F33652}"/>
              </a:ext>
            </a:extLst>
          </p:cNvPr>
          <p:cNvSpPr/>
          <p:nvPr/>
        </p:nvSpPr>
        <p:spPr>
          <a:xfrm>
            <a:off x="11247887" y="151022"/>
            <a:ext cx="188109" cy="189511"/>
          </a:xfrm>
          <a:prstGeom prst="ellipse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9" name="直接连接符 318">
            <a:extLst>
              <a:ext uri="{FF2B5EF4-FFF2-40B4-BE49-F238E27FC236}">
                <a16:creationId xmlns:a16="http://schemas.microsoft.com/office/drawing/2014/main" id="{A9D42CB3-A12A-4E98-8B29-68D47DC2312D}"/>
              </a:ext>
            </a:extLst>
          </p:cNvPr>
          <p:cNvCxnSpPr>
            <a:stCxn id="316" idx="0"/>
            <a:endCxn id="317" idx="0"/>
          </p:cNvCxnSpPr>
          <p:nvPr/>
        </p:nvCxnSpPr>
        <p:spPr>
          <a:xfrm flipH="1">
            <a:off x="11341942" y="-222665"/>
            <a:ext cx="1" cy="373687"/>
          </a:xfrm>
          <a:prstGeom prst="line">
            <a:avLst/>
          </a:prstGeom>
          <a:ln w="127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直接连接符 411">
            <a:extLst>
              <a:ext uri="{FF2B5EF4-FFF2-40B4-BE49-F238E27FC236}">
                <a16:creationId xmlns:a16="http://schemas.microsoft.com/office/drawing/2014/main" id="{6362D6D7-B127-43E0-8D92-D8934EC1109D}"/>
              </a:ext>
            </a:extLst>
          </p:cNvPr>
          <p:cNvCxnSpPr>
            <a:cxnSpLocks/>
            <a:stCxn id="317" idx="4"/>
            <a:endCxn id="316" idx="2"/>
          </p:cNvCxnSpPr>
          <p:nvPr/>
        </p:nvCxnSpPr>
        <p:spPr>
          <a:xfrm>
            <a:off x="11341942" y="340533"/>
            <a:ext cx="1" cy="131372"/>
          </a:xfrm>
          <a:prstGeom prst="line">
            <a:avLst/>
          </a:prstGeom>
          <a:ln w="127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文本框 415">
            <a:extLst>
              <a:ext uri="{FF2B5EF4-FFF2-40B4-BE49-F238E27FC236}">
                <a16:creationId xmlns:a16="http://schemas.microsoft.com/office/drawing/2014/main" id="{8F74B6C4-59DE-48A2-8BFD-BDEA23ED52AF}"/>
              </a:ext>
            </a:extLst>
          </p:cNvPr>
          <p:cNvSpPr txBox="1"/>
          <p:nvPr/>
        </p:nvSpPr>
        <p:spPr>
          <a:xfrm>
            <a:off x="9940879" y="489519"/>
            <a:ext cx="28116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Continuity compensation at breakpoints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0" name="图片 339">
            <a:extLst>
              <a:ext uri="{FF2B5EF4-FFF2-40B4-BE49-F238E27FC236}">
                <a16:creationId xmlns:a16="http://schemas.microsoft.com/office/drawing/2014/main" id="{01F6D291-FAD4-4EA4-AA3D-AC625228BC9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054900" y="998265"/>
            <a:ext cx="2625592" cy="787678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</p:pic>
      <p:pic>
        <p:nvPicPr>
          <p:cNvPr id="344" name="图形 343" descr="固定 纯色填充">
            <a:extLst>
              <a:ext uri="{FF2B5EF4-FFF2-40B4-BE49-F238E27FC236}">
                <a16:creationId xmlns:a16="http://schemas.microsoft.com/office/drawing/2014/main" id="{022F7C70-721F-4BC6-BB21-B26858D857F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662881">
            <a:off x="10870502" y="893500"/>
            <a:ext cx="181705" cy="181705"/>
          </a:xfrm>
          <a:prstGeom prst="rect">
            <a:avLst/>
          </a:prstGeom>
        </p:spPr>
      </p:pic>
      <p:pic>
        <p:nvPicPr>
          <p:cNvPr id="424" name="图形 423" descr="固定 纯色填充">
            <a:extLst>
              <a:ext uri="{FF2B5EF4-FFF2-40B4-BE49-F238E27FC236}">
                <a16:creationId xmlns:a16="http://schemas.microsoft.com/office/drawing/2014/main" id="{EA9FF848-A083-40DD-8C77-64BDE7127B0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662881">
            <a:off x="10345463" y="1051630"/>
            <a:ext cx="181705" cy="181705"/>
          </a:xfrm>
          <a:prstGeom prst="rect">
            <a:avLst/>
          </a:prstGeom>
        </p:spPr>
      </p:pic>
      <p:pic>
        <p:nvPicPr>
          <p:cNvPr id="425" name="图形 424" descr="固定 纯色填充">
            <a:extLst>
              <a:ext uri="{FF2B5EF4-FFF2-40B4-BE49-F238E27FC236}">
                <a16:creationId xmlns:a16="http://schemas.microsoft.com/office/drawing/2014/main" id="{B0BC80CA-AAD8-4F08-98C6-5947DD16D3A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662881">
            <a:off x="11384351" y="1263849"/>
            <a:ext cx="181705" cy="181705"/>
          </a:xfrm>
          <a:prstGeom prst="rect">
            <a:avLst/>
          </a:prstGeom>
        </p:spPr>
      </p:pic>
      <p:pic>
        <p:nvPicPr>
          <p:cNvPr id="426" name="图形 425" descr="固定 纯色填充">
            <a:extLst>
              <a:ext uri="{FF2B5EF4-FFF2-40B4-BE49-F238E27FC236}">
                <a16:creationId xmlns:a16="http://schemas.microsoft.com/office/drawing/2014/main" id="{1B6C569E-4B7C-44A7-A5FC-D0378993434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662881">
            <a:off x="11789935" y="1246855"/>
            <a:ext cx="181705" cy="181705"/>
          </a:xfrm>
          <a:prstGeom prst="rect">
            <a:avLst/>
          </a:prstGeom>
        </p:spPr>
      </p:pic>
      <p:pic>
        <p:nvPicPr>
          <p:cNvPr id="427" name="图形 426" descr="固定 纯色填充">
            <a:extLst>
              <a:ext uri="{FF2B5EF4-FFF2-40B4-BE49-F238E27FC236}">
                <a16:creationId xmlns:a16="http://schemas.microsoft.com/office/drawing/2014/main" id="{AD390A27-3247-48DB-9869-05E1848F4A5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662881">
            <a:off x="12356861" y="900924"/>
            <a:ext cx="181705" cy="181705"/>
          </a:xfrm>
          <a:prstGeom prst="rect">
            <a:avLst/>
          </a:prstGeom>
        </p:spPr>
      </p:pic>
      <p:pic>
        <p:nvPicPr>
          <p:cNvPr id="428" name="图形 427" descr="固定 纯色填充">
            <a:extLst>
              <a:ext uri="{FF2B5EF4-FFF2-40B4-BE49-F238E27FC236}">
                <a16:creationId xmlns:a16="http://schemas.microsoft.com/office/drawing/2014/main" id="{8115AC09-EF2E-4096-8C03-A0CE99D51CF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662881">
            <a:off x="10031738" y="1560190"/>
            <a:ext cx="181705" cy="181705"/>
          </a:xfrm>
          <a:prstGeom prst="rect">
            <a:avLst/>
          </a:prstGeom>
        </p:spPr>
      </p:pic>
      <p:sp>
        <p:nvSpPr>
          <p:cNvPr id="429" name="文本框 428">
            <a:extLst>
              <a:ext uri="{FF2B5EF4-FFF2-40B4-BE49-F238E27FC236}">
                <a16:creationId xmlns:a16="http://schemas.microsoft.com/office/drawing/2014/main" id="{6FDB750F-31A4-4D93-94FA-F7E64A8683F5}"/>
              </a:ext>
            </a:extLst>
          </p:cNvPr>
          <p:cNvSpPr txBox="1"/>
          <p:nvPr/>
        </p:nvSpPr>
        <p:spPr>
          <a:xfrm>
            <a:off x="10036929" y="1518447"/>
            <a:ext cx="1910949" cy="276999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Fluctuation anchor point</a:t>
            </a:r>
            <a:endParaRPr lang="zh-CN" altLang="en-US" sz="1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0" name="组合 429">
            <a:extLst>
              <a:ext uri="{FF2B5EF4-FFF2-40B4-BE49-F238E27FC236}">
                <a16:creationId xmlns:a16="http://schemas.microsoft.com/office/drawing/2014/main" id="{47C1EEEF-560B-48C7-94F7-C8EBA054CA46}"/>
              </a:ext>
            </a:extLst>
          </p:cNvPr>
          <p:cNvGrpSpPr/>
          <p:nvPr/>
        </p:nvGrpSpPr>
        <p:grpSpPr>
          <a:xfrm>
            <a:off x="11518899" y="2125572"/>
            <a:ext cx="923044" cy="521009"/>
            <a:chOff x="-3357416" y="4456307"/>
            <a:chExt cx="1394106" cy="1101232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4000">
                <a:schemeClr val="accent6">
                  <a:lumMod val="20000"/>
                  <a:lumOff val="8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5400000" scaled="1"/>
          </a:gradFill>
        </p:grpSpPr>
        <p:sp>
          <p:nvSpPr>
            <p:cNvPr id="431" name="立方体 430">
              <a:extLst>
                <a:ext uri="{FF2B5EF4-FFF2-40B4-BE49-F238E27FC236}">
                  <a16:creationId xmlns:a16="http://schemas.microsoft.com/office/drawing/2014/main" id="{2DCD4784-51F8-491B-9DEB-D7E3CABC0F21}"/>
                </a:ext>
              </a:extLst>
            </p:cNvPr>
            <p:cNvSpPr/>
            <p:nvPr/>
          </p:nvSpPr>
          <p:spPr>
            <a:xfrm>
              <a:off x="-3174536" y="5007741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2" name="立方体 431">
              <a:extLst>
                <a:ext uri="{FF2B5EF4-FFF2-40B4-BE49-F238E27FC236}">
                  <a16:creationId xmlns:a16="http://schemas.microsoft.com/office/drawing/2014/main" id="{E212D130-5A72-4578-A3AA-C34D4D453A8A}"/>
                </a:ext>
              </a:extLst>
            </p:cNvPr>
            <p:cNvSpPr/>
            <p:nvPr/>
          </p:nvSpPr>
          <p:spPr>
            <a:xfrm>
              <a:off x="-2890056" y="5007741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3" name="立方体 432">
              <a:extLst>
                <a:ext uri="{FF2B5EF4-FFF2-40B4-BE49-F238E27FC236}">
                  <a16:creationId xmlns:a16="http://schemas.microsoft.com/office/drawing/2014/main" id="{EAEC7BB4-3E25-4536-B8A6-8EDEE3BA947E}"/>
                </a:ext>
              </a:extLst>
            </p:cNvPr>
            <p:cNvSpPr/>
            <p:nvPr/>
          </p:nvSpPr>
          <p:spPr>
            <a:xfrm>
              <a:off x="-2614643" y="5007741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4" name="立方体 433">
              <a:extLst>
                <a:ext uri="{FF2B5EF4-FFF2-40B4-BE49-F238E27FC236}">
                  <a16:creationId xmlns:a16="http://schemas.microsoft.com/office/drawing/2014/main" id="{93E674D3-BAA3-4859-8CBC-29F731F225D0}"/>
                </a:ext>
              </a:extLst>
            </p:cNvPr>
            <p:cNvSpPr/>
            <p:nvPr/>
          </p:nvSpPr>
          <p:spPr>
            <a:xfrm>
              <a:off x="-2339230" y="5007741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5" name="立方体 434">
              <a:extLst>
                <a:ext uri="{FF2B5EF4-FFF2-40B4-BE49-F238E27FC236}">
                  <a16:creationId xmlns:a16="http://schemas.microsoft.com/office/drawing/2014/main" id="{D8D06900-7CB7-4B6D-AD5B-73C62E82109F}"/>
                </a:ext>
              </a:extLst>
            </p:cNvPr>
            <p:cNvSpPr/>
            <p:nvPr/>
          </p:nvSpPr>
          <p:spPr>
            <a:xfrm>
              <a:off x="-3174536" y="4731206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6" name="立方体 435">
              <a:extLst>
                <a:ext uri="{FF2B5EF4-FFF2-40B4-BE49-F238E27FC236}">
                  <a16:creationId xmlns:a16="http://schemas.microsoft.com/office/drawing/2014/main" id="{9991A5D9-67B7-46A5-B137-9C15D9EB03E9}"/>
                </a:ext>
              </a:extLst>
            </p:cNvPr>
            <p:cNvSpPr/>
            <p:nvPr/>
          </p:nvSpPr>
          <p:spPr>
            <a:xfrm>
              <a:off x="-2890056" y="4731206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7" name="立方体 436">
              <a:extLst>
                <a:ext uri="{FF2B5EF4-FFF2-40B4-BE49-F238E27FC236}">
                  <a16:creationId xmlns:a16="http://schemas.microsoft.com/office/drawing/2014/main" id="{B56CB180-78F2-4BFC-905E-6B670E073421}"/>
                </a:ext>
              </a:extLst>
            </p:cNvPr>
            <p:cNvSpPr/>
            <p:nvPr/>
          </p:nvSpPr>
          <p:spPr>
            <a:xfrm>
              <a:off x="-2614643" y="4731206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8" name="立方体 437">
              <a:extLst>
                <a:ext uri="{FF2B5EF4-FFF2-40B4-BE49-F238E27FC236}">
                  <a16:creationId xmlns:a16="http://schemas.microsoft.com/office/drawing/2014/main" id="{D98FC5A2-75FA-4694-A31E-323BB9532CC7}"/>
                </a:ext>
              </a:extLst>
            </p:cNvPr>
            <p:cNvSpPr/>
            <p:nvPr/>
          </p:nvSpPr>
          <p:spPr>
            <a:xfrm>
              <a:off x="-2339230" y="4731206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9" name="立方体 438">
              <a:extLst>
                <a:ext uri="{FF2B5EF4-FFF2-40B4-BE49-F238E27FC236}">
                  <a16:creationId xmlns:a16="http://schemas.microsoft.com/office/drawing/2014/main" id="{F90E5FF6-83AE-4124-9E87-E61791F93C5A}"/>
                </a:ext>
              </a:extLst>
            </p:cNvPr>
            <p:cNvSpPr/>
            <p:nvPr/>
          </p:nvSpPr>
          <p:spPr>
            <a:xfrm>
              <a:off x="-3174536" y="4456307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0" name="立方体 439">
              <a:extLst>
                <a:ext uri="{FF2B5EF4-FFF2-40B4-BE49-F238E27FC236}">
                  <a16:creationId xmlns:a16="http://schemas.microsoft.com/office/drawing/2014/main" id="{FE4BFFEB-27DC-4FC9-AA8B-E23833B2DB4A}"/>
                </a:ext>
              </a:extLst>
            </p:cNvPr>
            <p:cNvSpPr/>
            <p:nvPr/>
          </p:nvSpPr>
          <p:spPr>
            <a:xfrm>
              <a:off x="-2890056" y="4456307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1" name="立方体 440">
              <a:extLst>
                <a:ext uri="{FF2B5EF4-FFF2-40B4-BE49-F238E27FC236}">
                  <a16:creationId xmlns:a16="http://schemas.microsoft.com/office/drawing/2014/main" id="{24504FAF-3EB9-4CAA-B0FD-1BA7F5A59FFC}"/>
                </a:ext>
              </a:extLst>
            </p:cNvPr>
            <p:cNvSpPr/>
            <p:nvPr/>
          </p:nvSpPr>
          <p:spPr>
            <a:xfrm>
              <a:off x="-2614643" y="4456307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2" name="立方体 441">
              <a:extLst>
                <a:ext uri="{FF2B5EF4-FFF2-40B4-BE49-F238E27FC236}">
                  <a16:creationId xmlns:a16="http://schemas.microsoft.com/office/drawing/2014/main" id="{6F5204E2-56B5-43D3-8F0A-327063ECDF33}"/>
                </a:ext>
              </a:extLst>
            </p:cNvPr>
            <p:cNvSpPr/>
            <p:nvPr/>
          </p:nvSpPr>
          <p:spPr>
            <a:xfrm>
              <a:off x="-2339230" y="4456307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3" name="立方体 442">
              <a:extLst>
                <a:ext uri="{FF2B5EF4-FFF2-40B4-BE49-F238E27FC236}">
                  <a16:creationId xmlns:a16="http://schemas.microsoft.com/office/drawing/2014/main" id="{FCAB7877-D9BE-48F5-A488-7DDC15DE6150}"/>
                </a:ext>
              </a:extLst>
            </p:cNvPr>
            <p:cNvSpPr/>
            <p:nvPr/>
          </p:nvSpPr>
          <p:spPr>
            <a:xfrm>
              <a:off x="-3265976" y="5099181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4" name="立方体 443">
              <a:extLst>
                <a:ext uri="{FF2B5EF4-FFF2-40B4-BE49-F238E27FC236}">
                  <a16:creationId xmlns:a16="http://schemas.microsoft.com/office/drawing/2014/main" id="{64CFFA4D-4E20-4B2C-855B-5A9A2F088FC1}"/>
                </a:ext>
              </a:extLst>
            </p:cNvPr>
            <p:cNvSpPr/>
            <p:nvPr/>
          </p:nvSpPr>
          <p:spPr>
            <a:xfrm>
              <a:off x="-2981496" y="5099181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5" name="立方体 444">
              <a:extLst>
                <a:ext uri="{FF2B5EF4-FFF2-40B4-BE49-F238E27FC236}">
                  <a16:creationId xmlns:a16="http://schemas.microsoft.com/office/drawing/2014/main" id="{9CFDB94B-298A-43E8-AED2-4542EF08C5E3}"/>
                </a:ext>
              </a:extLst>
            </p:cNvPr>
            <p:cNvSpPr/>
            <p:nvPr/>
          </p:nvSpPr>
          <p:spPr>
            <a:xfrm>
              <a:off x="-2706083" y="5099181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6" name="立方体 445">
              <a:extLst>
                <a:ext uri="{FF2B5EF4-FFF2-40B4-BE49-F238E27FC236}">
                  <a16:creationId xmlns:a16="http://schemas.microsoft.com/office/drawing/2014/main" id="{FB1A5D82-EFBB-411A-B86E-9254CD1218AE}"/>
                </a:ext>
              </a:extLst>
            </p:cNvPr>
            <p:cNvSpPr/>
            <p:nvPr/>
          </p:nvSpPr>
          <p:spPr>
            <a:xfrm>
              <a:off x="-2430670" y="5099181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7" name="立方体 446">
              <a:extLst>
                <a:ext uri="{FF2B5EF4-FFF2-40B4-BE49-F238E27FC236}">
                  <a16:creationId xmlns:a16="http://schemas.microsoft.com/office/drawing/2014/main" id="{ADFA6379-3B53-4152-AC60-9345CAE52918}"/>
                </a:ext>
              </a:extLst>
            </p:cNvPr>
            <p:cNvSpPr/>
            <p:nvPr/>
          </p:nvSpPr>
          <p:spPr>
            <a:xfrm>
              <a:off x="-3265976" y="4822646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8" name="立方体 447">
              <a:extLst>
                <a:ext uri="{FF2B5EF4-FFF2-40B4-BE49-F238E27FC236}">
                  <a16:creationId xmlns:a16="http://schemas.microsoft.com/office/drawing/2014/main" id="{19A82F01-1526-4EDE-8180-F5FF4C8FCF54}"/>
                </a:ext>
              </a:extLst>
            </p:cNvPr>
            <p:cNvSpPr/>
            <p:nvPr/>
          </p:nvSpPr>
          <p:spPr>
            <a:xfrm>
              <a:off x="-2981496" y="4822646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9" name="立方体 448">
              <a:extLst>
                <a:ext uri="{FF2B5EF4-FFF2-40B4-BE49-F238E27FC236}">
                  <a16:creationId xmlns:a16="http://schemas.microsoft.com/office/drawing/2014/main" id="{4D24A53F-839C-4D8F-9A5B-3A0B611E912A}"/>
                </a:ext>
              </a:extLst>
            </p:cNvPr>
            <p:cNvSpPr/>
            <p:nvPr/>
          </p:nvSpPr>
          <p:spPr>
            <a:xfrm>
              <a:off x="-2706083" y="4822646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0" name="立方体 449">
              <a:extLst>
                <a:ext uri="{FF2B5EF4-FFF2-40B4-BE49-F238E27FC236}">
                  <a16:creationId xmlns:a16="http://schemas.microsoft.com/office/drawing/2014/main" id="{9D00BB60-41A2-45A4-A08A-82E2C337107F}"/>
                </a:ext>
              </a:extLst>
            </p:cNvPr>
            <p:cNvSpPr/>
            <p:nvPr/>
          </p:nvSpPr>
          <p:spPr>
            <a:xfrm>
              <a:off x="-2430670" y="4822646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1" name="立方体 450">
              <a:extLst>
                <a:ext uri="{FF2B5EF4-FFF2-40B4-BE49-F238E27FC236}">
                  <a16:creationId xmlns:a16="http://schemas.microsoft.com/office/drawing/2014/main" id="{7B9E6143-A0E8-4CB9-AA67-A5B5EF11C47A}"/>
                </a:ext>
              </a:extLst>
            </p:cNvPr>
            <p:cNvSpPr/>
            <p:nvPr/>
          </p:nvSpPr>
          <p:spPr>
            <a:xfrm>
              <a:off x="-3265976" y="4547747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2" name="立方体 451">
              <a:extLst>
                <a:ext uri="{FF2B5EF4-FFF2-40B4-BE49-F238E27FC236}">
                  <a16:creationId xmlns:a16="http://schemas.microsoft.com/office/drawing/2014/main" id="{818677B5-96C2-43FC-907D-BEC6721C9525}"/>
                </a:ext>
              </a:extLst>
            </p:cNvPr>
            <p:cNvSpPr/>
            <p:nvPr/>
          </p:nvSpPr>
          <p:spPr>
            <a:xfrm>
              <a:off x="-2981496" y="4547747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3" name="立方体 452">
              <a:extLst>
                <a:ext uri="{FF2B5EF4-FFF2-40B4-BE49-F238E27FC236}">
                  <a16:creationId xmlns:a16="http://schemas.microsoft.com/office/drawing/2014/main" id="{5A09FD5E-C81A-43EC-97CB-B574DC25F3F3}"/>
                </a:ext>
              </a:extLst>
            </p:cNvPr>
            <p:cNvSpPr/>
            <p:nvPr/>
          </p:nvSpPr>
          <p:spPr>
            <a:xfrm>
              <a:off x="-2706083" y="4547747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4" name="立方体 453">
              <a:extLst>
                <a:ext uri="{FF2B5EF4-FFF2-40B4-BE49-F238E27FC236}">
                  <a16:creationId xmlns:a16="http://schemas.microsoft.com/office/drawing/2014/main" id="{8F1E0384-B16E-4EA0-A577-D825AC1326F2}"/>
                </a:ext>
              </a:extLst>
            </p:cNvPr>
            <p:cNvSpPr/>
            <p:nvPr/>
          </p:nvSpPr>
          <p:spPr>
            <a:xfrm>
              <a:off x="-2430670" y="4547747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5" name="立方体 454">
              <a:extLst>
                <a:ext uri="{FF2B5EF4-FFF2-40B4-BE49-F238E27FC236}">
                  <a16:creationId xmlns:a16="http://schemas.microsoft.com/office/drawing/2014/main" id="{BD09286D-4DAB-4465-983C-CA5D58FE9803}"/>
                </a:ext>
              </a:extLst>
            </p:cNvPr>
            <p:cNvSpPr/>
            <p:nvPr/>
          </p:nvSpPr>
          <p:spPr>
            <a:xfrm>
              <a:off x="-3357416" y="5190621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6" name="立方体 455">
              <a:extLst>
                <a:ext uri="{FF2B5EF4-FFF2-40B4-BE49-F238E27FC236}">
                  <a16:creationId xmlns:a16="http://schemas.microsoft.com/office/drawing/2014/main" id="{C7BDA378-180E-472B-9D92-C04CFB438268}"/>
                </a:ext>
              </a:extLst>
            </p:cNvPr>
            <p:cNvSpPr/>
            <p:nvPr/>
          </p:nvSpPr>
          <p:spPr>
            <a:xfrm>
              <a:off x="-3072936" y="5190621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7" name="立方体 456">
              <a:extLst>
                <a:ext uri="{FF2B5EF4-FFF2-40B4-BE49-F238E27FC236}">
                  <a16:creationId xmlns:a16="http://schemas.microsoft.com/office/drawing/2014/main" id="{CB5CD288-67C3-4808-950A-923C8EBBB100}"/>
                </a:ext>
              </a:extLst>
            </p:cNvPr>
            <p:cNvSpPr/>
            <p:nvPr/>
          </p:nvSpPr>
          <p:spPr>
            <a:xfrm>
              <a:off x="-2797523" y="5190621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8" name="立方体 457">
              <a:extLst>
                <a:ext uri="{FF2B5EF4-FFF2-40B4-BE49-F238E27FC236}">
                  <a16:creationId xmlns:a16="http://schemas.microsoft.com/office/drawing/2014/main" id="{343802E9-22E2-42B8-AB73-281660FF4A18}"/>
                </a:ext>
              </a:extLst>
            </p:cNvPr>
            <p:cNvSpPr/>
            <p:nvPr/>
          </p:nvSpPr>
          <p:spPr>
            <a:xfrm>
              <a:off x="-2522110" y="5190621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9" name="立方体 458">
              <a:extLst>
                <a:ext uri="{FF2B5EF4-FFF2-40B4-BE49-F238E27FC236}">
                  <a16:creationId xmlns:a16="http://schemas.microsoft.com/office/drawing/2014/main" id="{88FD4BD2-DB61-4858-B29F-167AE0B961E4}"/>
                </a:ext>
              </a:extLst>
            </p:cNvPr>
            <p:cNvSpPr/>
            <p:nvPr/>
          </p:nvSpPr>
          <p:spPr>
            <a:xfrm>
              <a:off x="-3357416" y="4914086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0" name="立方体 459">
              <a:extLst>
                <a:ext uri="{FF2B5EF4-FFF2-40B4-BE49-F238E27FC236}">
                  <a16:creationId xmlns:a16="http://schemas.microsoft.com/office/drawing/2014/main" id="{D434BF82-F8BB-4BEE-A30F-2CD20B4E8095}"/>
                </a:ext>
              </a:extLst>
            </p:cNvPr>
            <p:cNvSpPr/>
            <p:nvPr/>
          </p:nvSpPr>
          <p:spPr>
            <a:xfrm>
              <a:off x="-3072936" y="4914086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1" name="立方体 460">
              <a:extLst>
                <a:ext uri="{FF2B5EF4-FFF2-40B4-BE49-F238E27FC236}">
                  <a16:creationId xmlns:a16="http://schemas.microsoft.com/office/drawing/2014/main" id="{73E6255C-DEA5-43C2-99BF-34E3027BDD5D}"/>
                </a:ext>
              </a:extLst>
            </p:cNvPr>
            <p:cNvSpPr/>
            <p:nvPr/>
          </p:nvSpPr>
          <p:spPr>
            <a:xfrm>
              <a:off x="-2797523" y="4914086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2" name="立方体 461">
              <a:extLst>
                <a:ext uri="{FF2B5EF4-FFF2-40B4-BE49-F238E27FC236}">
                  <a16:creationId xmlns:a16="http://schemas.microsoft.com/office/drawing/2014/main" id="{5386CDDC-1C01-4DA5-B515-307163ADD5AC}"/>
                </a:ext>
              </a:extLst>
            </p:cNvPr>
            <p:cNvSpPr/>
            <p:nvPr/>
          </p:nvSpPr>
          <p:spPr>
            <a:xfrm>
              <a:off x="-2522110" y="4914086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3" name="立方体 462">
              <a:extLst>
                <a:ext uri="{FF2B5EF4-FFF2-40B4-BE49-F238E27FC236}">
                  <a16:creationId xmlns:a16="http://schemas.microsoft.com/office/drawing/2014/main" id="{088FD799-C3F5-4D68-A485-500493AF4F9A}"/>
                </a:ext>
              </a:extLst>
            </p:cNvPr>
            <p:cNvSpPr/>
            <p:nvPr/>
          </p:nvSpPr>
          <p:spPr>
            <a:xfrm>
              <a:off x="-3357416" y="4639187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4" name="立方体 463">
              <a:extLst>
                <a:ext uri="{FF2B5EF4-FFF2-40B4-BE49-F238E27FC236}">
                  <a16:creationId xmlns:a16="http://schemas.microsoft.com/office/drawing/2014/main" id="{7F1175C7-6D7F-4855-9D8C-9B829A2C4109}"/>
                </a:ext>
              </a:extLst>
            </p:cNvPr>
            <p:cNvSpPr/>
            <p:nvPr/>
          </p:nvSpPr>
          <p:spPr>
            <a:xfrm>
              <a:off x="-3072936" y="4639187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5" name="立方体 464">
              <a:extLst>
                <a:ext uri="{FF2B5EF4-FFF2-40B4-BE49-F238E27FC236}">
                  <a16:creationId xmlns:a16="http://schemas.microsoft.com/office/drawing/2014/main" id="{7ADA9FD7-D69F-4466-BFE7-23B188849412}"/>
                </a:ext>
              </a:extLst>
            </p:cNvPr>
            <p:cNvSpPr/>
            <p:nvPr/>
          </p:nvSpPr>
          <p:spPr>
            <a:xfrm>
              <a:off x="-2797523" y="4639187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6" name="立方体 465">
              <a:extLst>
                <a:ext uri="{FF2B5EF4-FFF2-40B4-BE49-F238E27FC236}">
                  <a16:creationId xmlns:a16="http://schemas.microsoft.com/office/drawing/2014/main" id="{3D4531F5-B071-48F6-8964-A861D6BD9000}"/>
                </a:ext>
              </a:extLst>
            </p:cNvPr>
            <p:cNvSpPr/>
            <p:nvPr/>
          </p:nvSpPr>
          <p:spPr>
            <a:xfrm>
              <a:off x="-2522110" y="4639187"/>
              <a:ext cx="375920" cy="366918"/>
            </a:xfrm>
            <a:prstGeom prst="cube">
              <a:avLst/>
            </a:prstGeom>
            <a:grpFill/>
            <a:ln w="12700">
              <a:gradFill>
                <a:gsLst>
                  <a:gs pos="0">
                    <a:schemeClr val="bg1">
                      <a:lumMod val="85000"/>
                    </a:schemeClr>
                  </a:gs>
                  <a:gs pos="2700">
                    <a:srgbClr val="784BC9"/>
                  </a:gs>
                  <a:gs pos="54000">
                    <a:srgbClr val="EBE7FF"/>
                  </a:gs>
                  <a:gs pos="100000">
                    <a:srgbClr val="7030A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67" name="箭头: 下 466">
            <a:extLst>
              <a:ext uri="{FF2B5EF4-FFF2-40B4-BE49-F238E27FC236}">
                <a16:creationId xmlns:a16="http://schemas.microsoft.com/office/drawing/2014/main" id="{417BB450-26E0-4B5D-A70E-2A171BD2C4E6}"/>
              </a:ext>
            </a:extLst>
          </p:cNvPr>
          <p:cNvSpPr/>
          <p:nvPr/>
        </p:nvSpPr>
        <p:spPr>
          <a:xfrm>
            <a:off x="11208183" y="716667"/>
            <a:ext cx="267020" cy="281598"/>
          </a:xfrm>
          <a:prstGeom prst="downArrow">
            <a:avLst/>
          </a:prstGeom>
          <a:gradFill>
            <a:gsLst>
              <a:gs pos="23000">
                <a:srgbClr val="B19EE0"/>
              </a:gs>
              <a:gs pos="57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箭头: 下 467">
            <a:extLst>
              <a:ext uri="{FF2B5EF4-FFF2-40B4-BE49-F238E27FC236}">
                <a16:creationId xmlns:a16="http://schemas.microsoft.com/office/drawing/2014/main" id="{E7E27797-4EB5-4FDF-A4DD-FD724FFC939A}"/>
              </a:ext>
            </a:extLst>
          </p:cNvPr>
          <p:cNvSpPr/>
          <p:nvPr/>
        </p:nvSpPr>
        <p:spPr>
          <a:xfrm>
            <a:off x="11180133" y="1815094"/>
            <a:ext cx="267020" cy="281598"/>
          </a:xfrm>
          <a:prstGeom prst="downArrow">
            <a:avLst/>
          </a:prstGeom>
          <a:gradFill>
            <a:gsLst>
              <a:gs pos="25000">
                <a:srgbClr val="B19EE0"/>
              </a:gs>
              <a:gs pos="55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: 圆角 468">
            <a:extLst>
              <a:ext uri="{FF2B5EF4-FFF2-40B4-BE49-F238E27FC236}">
                <a16:creationId xmlns:a16="http://schemas.microsoft.com/office/drawing/2014/main" id="{45A8D391-3723-49BE-B8A5-21188C93656B}"/>
              </a:ext>
            </a:extLst>
          </p:cNvPr>
          <p:cNvSpPr/>
          <p:nvPr/>
        </p:nvSpPr>
        <p:spPr>
          <a:xfrm>
            <a:off x="13326073" y="-1006263"/>
            <a:ext cx="3179805" cy="7460847"/>
          </a:xfrm>
          <a:prstGeom prst="roundRect">
            <a:avLst>
              <a:gd name="adj" fmla="val 6219"/>
            </a:avLst>
          </a:prstGeom>
          <a:solidFill>
            <a:srgbClr val="FDF5EE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直接连接符 469">
            <a:extLst>
              <a:ext uri="{FF2B5EF4-FFF2-40B4-BE49-F238E27FC236}">
                <a16:creationId xmlns:a16="http://schemas.microsoft.com/office/drawing/2014/main" id="{D3B08BCF-399E-46D6-BF14-4FE38D2C4644}"/>
              </a:ext>
            </a:extLst>
          </p:cNvPr>
          <p:cNvCxnSpPr>
            <a:cxnSpLocks/>
          </p:cNvCxnSpPr>
          <p:nvPr/>
        </p:nvCxnSpPr>
        <p:spPr>
          <a:xfrm flipV="1">
            <a:off x="13691939" y="2226069"/>
            <a:ext cx="2292350" cy="2"/>
          </a:xfrm>
          <a:prstGeom prst="line">
            <a:avLst/>
          </a:prstGeom>
          <a:ln w="254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6" name="组合 475">
            <a:extLst>
              <a:ext uri="{FF2B5EF4-FFF2-40B4-BE49-F238E27FC236}">
                <a16:creationId xmlns:a16="http://schemas.microsoft.com/office/drawing/2014/main" id="{87035AD6-B0F7-4928-B5BE-1D9DDF6E2AA3}"/>
              </a:ext>
            </a:extLst>
          </p:cNvPr>
          <p:cNvGrpSpPr/>
          <p:nvPr/>
        </p:nvGrpSpPr>
        <p:grpSpPr>
          <a:xfrm>
            <a:off x="14214081" y="435340"/>
            <a:ext cx="1220864" cy="841070"/>
            <a:chOff x="-3357416" y="4456307"/>
            <a:chExt cx="1394106" cy="1101232"/>
          </a:xfr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54000">
                <a:schemeClr val="accent2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5400000" scaled="1"/>
          </a:gradFill>
        </p:grpSpPr>
        <p:sp>
          <p:nvSpPr>
            <p:cNvPr id="477" name="立方体 476">
              <a:extLst>
                <a:ext uri="{FF2B5EF4-FFF2-40B4-BE49-F238E27FC236}">
                  <a16:creationId xmlns:a16="http://schemas.microsoft.com/office/drawing/2014/main" id="{9A3C266C-453F-4BF3-9A8A-452DAB5338F4}"/>
                </a:ext>
              </a:extLst>
            </p:cNvPr>
            <p:cNvSpPr/>
            <p:nvPr/>
          </p:nvSpPr>
          <p:spPr>
            <a:xfrm>
              <a:off x="-3174536" y="5007741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8" name="立方体 477">
              <a:extLst>
                <a:ext uri="{FF2B5EF4-FFF2-40B4-BE49-F238E27FC236}">
                  <a16:creationId xmlns:a16="http://schemas.microsoft.com/office/drawing/2014/main" id="{4625D979-3854-44E7-B75B-BEC5AD9B2B54}"/>
                </a:ext>
              </a:extLst>
            </p:cNvPr>
            <p:cNvSpPr/>
            <p:nvPr/>
          </p:nvSpPr>
          <p:spPr>
            <a:xfrm>
              <a:off x="-2890056" y="5007741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9" name="立方体 478">
              <a:extLst>
                <a:ext uri="{FF2B5EF4-FFF2-40B4-BE49-F238E27FC236}">
                  <a16:creationId xmlns:a16="http://schemas.microsoft.com/office/drawing/2014/main" id="{DCA5742D-19F0-4D4B-8C8D-EB3CFB8C2DBF}"/>
                </a:ext>
              </a:extLst>
            </p:cNvPr>
            <p:cNvSpPr/>
            <p:nvPr/>
          </p:nvSpPr>
          <p:spPr>
            <a:xfrm>
              <a:off x="-2614643" y="5007741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0" name="立方体 479">
              <a:extLst>
                <a:ext uri="{FF2B5EF4-FFF2-40B4-BE49-F238E27FC236}">
                  <a16:creationId xmlns:a16="http://schemas.microsoft.com/office/drawing/2014/main" id="{A8B1816F-145D-4224-B8C4-7C4A76E7AE34}"/>
                </a:ext>
              </a:extLst>
            </p:cNvPr>
            <p:cNvSpPr/>
            <p:nvPr/>
          </p:nvSpPr>
          <p:spPr>
            <a:xfrm>
              <a:off x="-2339230" y="5007741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1" name="立方体 480">
              <a:extLst>
                <a:ext uri="{FF2B5EF4-FFF2-40B4-BE49-F238E27FC236}">
                  <a16:creationId xmlns:a16="http://schemas.microsoft.com/office/drawing/2014/main" id="{57B39268-CE88-4953-BBA2-FD41113094A7}"/>
                </a:ext>
              </a:extLst>
            </p:cNvPr>
            <p:cNvSpPr/>
            <p:nvPr/>
          </p:nvSpPr>
          <p:spPr>
            <a:xfrm>
              <a:off x="-3174536" y="4731206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2" name="立方体 481">
              <a:extLst>
                <a:ext uri="{FF2B5EF4-FFF2-40B4-BE49-F238E27FC236}">
                  <a16:creationId xmlns:a16="http://schemas.microsoft.com/office/drawing/2014/main" id="{8398BE67-8DB9-44C0-9161-99FF9C2A5270}"/>
                </a:ext>
              </a:extLst>
            </p:cNvPr>
            <p:cNvSpPr/>
            <p:nvPr/>
          </p:nvSpPr>
          <p:spPr>
            <a:xfrm>
              <a:off x="-2890056" y="4731206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3" name="立方体 482">
              <a:extLst>
                <a:ext uri="{FF2B5EF4-FFF2-40B4-BE49-F238E27FC236}">
                  <a16:creationId xmlns:a16="http://schemas.microsoft.com/office/drawing/2014/main" id="{6DB9B52A-3CE0-4433-9D8D-B536D368C77F}"/>
                </a:ext>
              </a:extLst>
            </p:cNvPr>
            <p:cNvSpPr/>
            <p:nvPr/>
          </p:nvSpPr>
          <p:spPr>
            <a:xfrm>
              <a:off x="-2614643" y="4731206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4" name="立方体 483">
              <a:extLst>
                <a:ext uri="{FF2B5EF4-FFF2-40B4-BE49-F238E27FC236}">
                  <a16:creationId xmlns:a16="http://schemas.microsoft.com/office/drawing/2014/main" id="{2B6B401E-4945-4352-9C9D-280A7122A9F1}"/>
                </a:ext>
              </a:extLst>
            </p:cNvPr>
            <p:cNvSpPr/>
            <p:nvPr/>
          </p:nvSpPr>
          <p:spPr>
            <a:xfrm>
              <a:off x="-2339230" y="4731206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5" name="立方体 484">
              <a:extLst>
                <a:ext uri="{FF2B5EF4-FFF2-40B4-BE49-F238E27FC236}">
                  <a16:creationId xmlns:a16="http://schemas.microsoft.com/office/drawing/2014/main" id="{45114369-1F7C-40AB-9A23-DA406E2EBB8C}"/>
                </a:ext>
              </a:extLst>
            </p:cNvPr>
            <p:cNvSpPr/>
            <p:nvPr/>
          </p:nvSpPr>
          <p:spPr>
            <a:xfrm>
              <a:off x="-3174536" y="4456307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6" name="立方体 485">
              <a:extLst>
                <a:ext uri="{FF2B5EF4-FFF2-40B4-BE49-F238E27FC236}">
                  <a16:creationId xmlns:a16="http://schemas.microsoft.com/office/drawing/2014/main" id="{1B549483-E67E-4A5F-B262-5DC7292CDA06}"/>
                </a:ext>
              </a:extLst>
            </p:cNvPr>
            <p:cNvSpPr/>
            <p:nvPr/>
          </p:nvSpPr>
          <p:spPr>
            <a:xfrm>
              <a:off x="-2890056" y="4456307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7" name="立方体 486">
              <a:extLst>
                <a:ext uri="{FF2B5EF4-FFF2-40B4-BE49-F238E27FC236}">
                  <a16:creationId xmlns:a16="http://schemas.microsoft.com/office/drawing/2014/main" id="{419BDB86-7E24-41EC-BA01-9D826EFDD9EC}"/>
                </a:ext>
              </a:extLst>
            </p:cNvPr>
            <p:cNvSpPr/>
            <p:nvPr/>
          </p:nvSpPr>
          <p:spPr>
            <a:xfrm>
              <a:off x="-2614643" y="4456307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8" name="立方体 487">
              <a:extLst>
                <a:ext uri="{FF2B5EF4-FFF2-40B4-BE49-F238E27FC236}">
                  <a16:creationId xmlns:a16="http://schemas.microsoft.com/office/drawing/2014/main" id="{512AAC2F-1714-4297-959B-F0F47FF424C3}"/>
                </a:ext>
              </a:extLst>
            </p:cNvPr>
            <p:cNvSpPr/>
            <p:nvPr/>
          </p:nvSpPr>
          <p:spPr>
            <a:xfrm>
              <a:off x="-2339230" y="4456307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9" name="立方体 488">
              <a:extLst>
                <a:ext uri="{FF2B5EF4-FFF2-40B4-BE49-F238E27FC236}">
                  <a16:creationId xmlns:a16="http://schemas.microsoft.com/office/drawing/2014/main" id="{AB136493-747C-40D8-82A1-517C57F21D7F}"/>
                </a:ext>
              </a:extLst>
            </p:cNvPr>
            <p:cNvSpPr/>
            <p:nvPr/>
          </p:nvSpPr>
          <p:spPr>
            <a:xfrm>
              <a:off x="-3265976" y="5099181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0" name="立方体 489">
              <a:extLst>
                <a:ext uri="{FF2B5EF4-FFF2-40B4-BE49-F238E27FC236}">
                  <a16:creationId xmlns:a16="http://schemas.microsoft.com/office/drawing/2014/main" id="{8C4D17E8-58B8-4D4D-B4BA-D8F57E2E8EAC}"/>
                </a:ext>
              </a:extLst>
            </p:cNvPr>
            <p:cNvSpPr/>
            <p:nvPr/>
          </p:nvSpPr>
          <p:spPr>
            <a:xfrm>
              <a:off x="-2981496" y="5099181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1" name="立方体 490">
              <a:extLst>
                <a:ext uri="{FF2B5EF4-FFF2-40B4-BE49-F238E27FC236}">
                  <a16:creationId xmlns:a16="http://schemas.microsoft.com/office/drawing/2014/main" id="{FF35D528-6DC8-4E8B-AD64-DE4253C1D4AB}"/>
                </a:ext>
              </a:extLst>
            </p:cNvPr>
            <p:cNvSpPr/>
            <p:nvPr/>
          </p:nvSpPr>
          <p:spPr>
            <a:xfrm>
              <a:off x="-2706083" y="5099181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2" name="立方体 491">
              <a:extLst>
                <a:ext uri="{FF2B5EF4-FFF2-40B4-BE49-F238E27FC236}">
                  <a16:creationId xmlns:a16="http://schemas.microsoft.com/office/drawing/2014/main" id="{A0EBF029-72F9-43C9-91B8-32E60DEA7A07}"/>
                </a:ext>
              </a:extLst>
            </p:cNvPr>
            <p:cNvSpPr/>
            <p:nvPr/>
          </p:nvSpPr>
          <p:spPr>
            <a:xfrm>
              <a:off x="-2430670" y="5099181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3" name="立方体 492">
              <a:extLst>
                <a:ext uri="{FF2B5EF4-FFF2-40B4-BE49-F238E27FC236}">
                  <a16:creationId xmlns:a16="http://schemas.microsoft.com/office/drawing/2014/main" id="{0F99507E-886B-42B9-A208-26E48D491F45}"/>
                </a:ext>
              </a:extLst>
            </p:cNvPr>
            <p:cNvSpPr/>
            <p:nvPr/>
          </p:nvSpPr>
          <p:spPr>
            <a:xfrm>
              <a:off x="-3265976" y="4822646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4" name="立方体 493">
              <a:extLst>
                <a:ext uri="{FF2B5EF4-FFF2-40B4-BE49-F238E27FC236}">
                  <a16:creationId xmlns:a16="http://schemas.microsoft.com/office/drawing/2014/main" id="{3E113861-D38D-4576-8652-E93D2339DFE3}"/>
                </a:ext>
              </a:extLst>
            </p:cNvPr>
            <p:cNvSpPr/>
            <p:nvPr/>
          </p:nvSpPr>
          <p:spPr>
            <a:xfrm>
              <a:off x="-2981496" y="4822646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5" name="立方体 494">
              <a:extLst>
                <a:ext uri="{FF2B5EF4-FFF2-40B4-BE49-F238E27FC236}">
                  <a16:creationId xmlns:a16="http://schemas.microsoft.com/office/drawing/2014/main" id="{7222AFB5-4B49-4435-A988-8375FF444AAF}"/>
                </a:ext>
              </a:extLst>
            </p:cNvPr>
            <p:cNvSpPr/>
            <p:nvPr/>
          </p:nvSpPr>
          <p:spPr>
            <a:xfrm>
              <a:off x="-2706083" y="4822646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6" name="立方体 495">
              <a:extLst>
                <a:ext uri="{FF2B5EF4-FFF2-40B4-BE49-F238E27FC236}">
                  <a16:creationId xmlns:a16="http://schemas.microsoft.com/office/drawing/2014/main" id="{96E7A8BC-9F9E-4910-AF07-DBF759DEF1B7}"/>
                </a:ext>
              </a:extLst>
            </p:cNvPr>
            <p:cNvSpPr/>
            <p:nvPr/>
          </p:nvSpPr>
          <p:spPr>
            <a:xfrm>
              <a:off x="-2430670" y="4822646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7" name="立方体 496">
              <a:extLst>
                <a:ext uri="{FF2B5EF4-FFF2-40B4-BE49-F238E27FC236}">
                  <a16:creationId xmlns:a16="http://schemas.microsoft.com/office/drawing/2014/main" id="{5D2B52FD-0C5A-4B64-945C-9B9AB2CF4E59}"/>
                </a:ext>
              </a:extLst>
            </p:cNvPr>
            <p:cNvSpPr/>
            <p:nvPr/>
          </p:nvSpPr>
          <p:spPr>
            <a:xfrm>
              <a:off x="-3265976" y="4547747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8" name="立方体 497">
              <a:extLst>
                <a:ext uri="{FF2B5EF4-FFF2-40B4-BE49-F238E27FC236}">
                  <a16:creationId xmlns:a16="http://schemas.microsoft.com/office/drawing/2014/main" id="{6272ADAB-0E0D-4547-8ADF-67443DBCD1B6}"/>
                </a:ext>
              </a:extLst>
            </p:cNvPr>
            <p:cNvSpPr/>
            <p:nvPr/>
          </p:nvSpPr>
          <p:spPr>
            <a:xfrm>
              <a:off x="-2981496" y="4547747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9" name="立方体 498">
              <a:extLst>
                <a:ext uri="{FF2B5EF4-FFF2-40B4-BE49-F238E27FC236}">
                  <a16:creationId xmlns:a16="http://schemas.microsoft.com/office/drawing/2014/main" id="{CD6AD6DD-A3EF-4FC5-8143-180ACCF982B9}"/>
                </a:ext>
              </a:extLst>
            </p:cNvPr>
            <p:cNvSpPr/>
            <p:nvPr/>
          </p:nvSpPr>
          <p:spPr>
            <a:xfrm>
              <a:off x="-2706083" y="4547747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0" name="立方体 499">
              <a:extLst>
                <a:ext uri="{FF2B5EF4-FFF2-40B4-BE49-F238E27FC236}">
                  <a16:creationId xmlns:a16="http://schemas.microsoft.com/office/drawing/2014/main" id="{69719B08-1FBF-4D97-980C-835CF57D13B8}"/>
                </a:ext>
              </a:extLst>
            </p:cNvPr>
            <p:cNvSpPr/>
            <p:nvPr/>
          </p:nvSpPr>
          <p:spPr>
            <a:xfrm>
              <a:off x="-2430670" y="4547747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1" name="立方体 500">
              <a:extLst>
                <a:ext uri="{FF2B5EF4-FFF2-40B4-BE49-F238E27FC236}">
                  <a16:creationId xmlns:a16="http://schemas.microsoft.com/office/drawing/2014/main" id="{2F4B9DE0-20DF-45B7-A1AC-F1A4412558D2}"/>
                </a:ext>
              </a:extLst>
            </p:cNvPr>
            <p:cNvSpPr/>
            <p:nvPr/>
          </p:nvSpPr>
          <p:spPr>
            <a:xfrm>
              <a:off x="-3357416" y="5190621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2" name="立方体 501">
              <a:extLst>
                <a:ext uri="{FF2B5EF4-FFF2-40B4-BE49-F238E27FC236}">
                  <a16:creationId xmlns:a16="http://schemas.microsoft.com/office/drawing/2014/main" id="{62E02E9D-99A9-4DD3-BDA1-F0F6A5F96D0F}"/>
                </a:ext>
              </a:extLst>
            </p:cNvPr>
            <p:cNvSpPr/>
            <p:nvPr/>
          </p:nvSpPr>
          <p:spPr>
            <a:xfrm>
              <a:off x="-3072936" y="5190621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3" name="立方体 502">
              <a:extLst>
                <a:ext uri="{FF2B5EF4-FFF2-40B4-BE49-F238E27FC236}">
                  <a16:creationId xmlns:a16="http://schemas.microsoft.com/office/drawing/2014/main" id="{ACA89D79-BBEE-403E-8AF9-5A59253CF731}"/>
                </a:ext>
              </a:extLst>
            </p:cNvPr>
            <p:cNvSpPr/>
            <p:nvPr/>
          </p:nvSpPr>
          <p:spPr>
            <a:xfrm>
              <a:off x="-2797523" y="5190621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4" name="立方体 503">
              <a:extLst>
                <a:ext uri="{FF2B5EF4-FFF2-40B4-BE49-F238E27FC236}">
                  <a16:creationId xmlns:a16="http://schemas.microsoft.com/office/drawing/2014/main" id="{1BB174B6-86F6-4378-84DF-298CD96ED68B}"/>
                </a:ext>
              </a:extLst>
            </p:cNvPr>
            <p:cNvSpPr/>
            <p:nvPr/>
          </p:nvSpPr>
          <p:spPr>
            <a:xfrm>
              <a:off x="-2522110" y="5190621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5" name="立方体 504">
              <a:extLst>
                <a:ext uri="{FF2B5EF4-FFF2-40B4-BE49-F238E27FC236}">
                  <a16:creationId xmlns:a16="http://schemas.microsoft.com/office/drawing/2014/main" id="{CB61B4CD-C389-4EB3-9152-2F0A6B38C072}"/>
                </a:ext>
              </a:extLst>
            </p:cNvPr>
            <p:cNvSpPr/>
            <p:nvPr/>
          </p:nvSpPr>
          <p:spPr>
            <a:xfrm>
              <a:off x="-3357416" y="4914086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6" name="立方体 505">
              <a:extLst>
                <a:ext uri="{FF2B5EF4-FFF2-40B4-BE49-F238E27FC236}">
                  <a16:creationId xmlns:a16="http://schemas.microsoft.com/office/drawing/2014/main" id="{15B48545-B893-4278-8B2D-E53EB1858A15}"/>
                </a:ext>
              </a:extLst>
            </p:cNvPr>
            <p:cNvSpPr/>
            <p:nvPr/>
          </p:nvSpPr>
          <p:spPr>
            <a:xfrm>
              <a:off x="-3072936" y="4914086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7" name="立方体 506">
              <a:extLst>
                <a:ext uri="{FF2B5EF4-FFF2-40B4-BE49-F238E27FC236}">
                  <a16:creationId xmlns:a16="http://schemas.microsoft.com/office/drawing/2014/main" id="{B38D02D6-064E-471F-9355-13A4DE680758}"/>
                </a:ext>
              </a:extLst>
            </p:cNvPr>
            <p:cNvSpPr/>
            <p:nvPr/>
          </p:nvSpPr>
          <p:spPr>
            <a:xfrm>
              <a:off x="-2797523" y="4914086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8" name="立方体 507">
              <a:extLst>
                <a:ext uri="{FF2B5EF4-FFF2-40B4-BE49-F238E27FC236}">
                  <a16:creationId xmlns:a16="http://schemas.microsoft.com/office/drawing/2014/main" id="{E0F40347-47E7-4085-88CF-380B59EA7C8F}"/>
                </a:ext>
              </a:extLst>
            </p:cNvPr>
            <p:cNvSpPr/>
            <p:nvPr/>
          </p:nvSpPr>
          <p:spPr>
            <a:xfrm>
              <a:off x="-2522110" y="4914086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9" name="立方体 508">
              <a:extLst>
                <a:ext uri="{FF2B5EF4-FFF2-40B4-BE49-F238E27FC236}">
                  <a16:creationId xmlns:a16="http://schemas.microsoft.com/office/drawing/2014/main" id="{19E84BA0-5974-49EB-8F6A-909F4F90811D}"/>
                </a:ext>
              </a:extLst>
            </p:cNvPr>
            <p:cNvSpPr/>
            <p:nvPr/>
          </p:nvSpPr>
          <p:spPr>
            <a:xfrm>
              <a:off x="-3357416" y="4639187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0" name="立方体 509">
              <a:extLst>
                <a:ext uri="{FF2B5EF4-FFF2-40B4-BE49-F238E27FC236}">
                  <a16:creationId xmlns:a16="http://schemas.microsoft.com/office/drawing/2014/main" id="{B7665E6A-49B1-4667-91A8-483117B1B56E}"/>
                </a:ext>
              </a:extLst>
            </p:cNvPr>
            <p:cNvSpPr/>
            <p:nvPr/>
          </p:nvSpPr>
          <p:spPr>
            <a:xfrm>
              <a:off x="-3072936" y="4639187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1" name="立方体 510">
              <a:extLst>
                <a:ext uri="{FF2B5EF4-FFF2-40B4-BE49-F238E27FC236}">
                  <a16:creationId xmlns:a16="http://schemas.microsoft.com/office/drawing/2014/main" id="{8B0BC3C8-9D70-4B90-B643-EF8D2935DC4C}"/>
                </a:ext>
              </a:extLst>
            </p:cNvPr>
            <p:cNvSpPr/>
            <p:nvPr/>
          </p:nvSpPr>
          <p:spPr>
            <a:xfrm>
              <a:off x="-2797523" y="4639187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2" name="立方体 511">
              <a:extLst>
                <a:ext uri="{FF2B5EF4-FFF2-40B4-BE49-F238E27FC236}">
                  <a16:creationId xmlns:a16="http://schemas.microsoft.com/office/drawing/2014/main" id="{4614E1BC-2E7B-4286-9D44-A6DEE61B1343}"/>
                </a:ext>
              </a:extLst>
            </p:cNvPr>
            <p:cNvSpPr/>
            <p:nvPr/>
          </p:nvSpPr>
          <p:spPr>
            <a:xfrm>
              <a:off x="-2522110" y="4639187"/>
              <a:ext cx="375920" cy="366918"/>
            </a:xfrm>
            <a:prstGeom prst="cube">
              <a:avLst/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56" name="图片 355">
            <a:extLst>
              <a:ext uri="{FF2B5EF4-FFF2-40B4-BE49-F238E27FC236}">
                <a16:creationId xmlns:a16="http://schemas.microsoft.com/office/drawing/2014/main" id="{9CA86982-2853-4A66-8CA0-576B94140D9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531785" y="3105110"/>
            <a:ext cx="2567471" cy="1833908"/>
          </a:xfrm>
          <a:prstGeom prst="rect">
            <a:avLst/>
          </a:prstGeom>
        </p:spPr>
      </p:pic>
      <p:sp>
        <p:nvSpPr>
          <p:cNvPr id="517" name="文本框 516">
            <a:extLst>
              <a:ext uri="{FF2B5EF4-FFF2-40B4-BE49-F238E27FC236}">
                <a16:creationId xmlns:a16="http://schemas.microsoft.com/office/drawing/2014/main" id="{CDDC87BD-9DC5-4314-8555-5528C9111770}"/>
              </a:ext>
            </a:extLst>
          </p:cNvPr>
          <p:cNvSpPr txBox="1"/>
          <p:nvPr/>
        </p:nvSpPr>
        <p:spPr>
          <a:xfrm>
            <a:off x="13691939" y="-897733"/>
            <a:ext cx="2567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Traffic</a:t>
            </a:r>
          </a:p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7" name="箭头: 右 356">
            <a:extLst>
              <a:ext uri="{FF2B5EF4-FFF2-40B4-BE49-F238E27FC236}">
                <a16:creationId xmlns:a16="http://schemas.microsoft.com/office/drawing/2014/main" id="{BE1E0989-B539-4B32-A42F-7921AF8EBEFA}"/>
              </a:ext>
            </a:extLst>
          </p:cNvPr>
          <p:cNvSpPr/>
          <p:nvPr/>
        </p:nvSpPr>
        <p:spPr>
          <a:xfrm>
            <a:off x="2494507" y="2724160"/>
            <a:ext cx="386143" cy="4178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箭头: 右 518">
            <a:extLst>
              <a:ext uri="{FF2B5EF4-FFF2-40B4-BE49-F238E27FC236}">
                <a16:creationId xmlns:a16="http://schemas.microsoft.com/office/drawing/2014/main" id="{09BCC696-5979-4B31-9EF3-4DBA2542712E}"/>
              </a:ext>
            </a:extLst>
          </p:cNvPr>
          <p:cNvSpPr/>
          <p:nvPr/>
        </p:nvSpPr>
        <p:spPr>
          <a:xfrm>
            <a:off x="5610251" y="505555"/>
            <a:ext cx="386143" cy="4178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0" name="箭头: 右 519">
            <a:extLst>
              <a:ext uri="{FF2B5EF4-FFF2-40B4-BE49-F238E27FC236}">
                <a16:creationId xmlns:a16="http://schemas.microsoft.com/office/drawing/2014/main" id="{F68168C7-57F9-47CF-82A3-E1BC99078139}"/>
              </a:ext>
            </a:extLst>
          </p:cNvPr>
          <p:cNvSpPr/>
          <p:nvPr/>
        </p:nvSpPr>
        <p:spPr>
          <a:xfrm rot="5400000">
            <a:off x="7300600" y="2905413"/>
            <a:ext cx="386143" cy="4178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1" name="箭头: 右 520">
            <a:extLst>
              <a:ext uri="{FF2B5EF4-FFF2-40B4-BE49-F238E27FC236}">
                <a16:creationId xmlns:a16="http://schemas.microsoft.com/office/drawing/2014/main" id="{5035593A-EF2D-48F3-805C-936F02D015E9}"/>
              </a:ext>
            </a:extLst>
          </p:cNvPr>
          <p:cNvSpPr/>
          <p:nvPr/>
        </p:nvSpPr>
        <p:spPr>
          <a:xfrm rot="5400000">
            <a:off x="11108332" y="2840692"/>
            <a:ext cx="386143" cy="4178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箭头: 右 521">
            <a:extLst>
              <a:ext uri="{FF2B5EF4-FFF2-40B4-BE49-F238E27FC236}">
                <a16:creationId xmlns:a16="http://schemas.microsoft.com/office/drawing/2014/main" id="{EC3FF9E7-D089-475E-A7D5-CDB3E4784FD0}"/>
              </a:ext>
            </a:extLst>
          </p:cNvPr>
          <p:cNvSpPr/>
          <p:nvPr/>
        </p:nvSpPr>
        <p:spPr>
          <a:xfrm>
            <a:off x="13012276" y="5318751"/>
            <a:ext cx="386143" cy="4178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箭头: 下 522">
            <a:extLst>
              <a:ext uri="{FF2B5EF4-FFF2-40B4-BE49-F238E27FC236}">
                <a16:creationId xmlns:a16="http://schemas.microsoft.com/office/drawing/2014/main" id="{B7289E74-3AF8-4945-885B-AA04CC4C86F8}"/>
              </a:ext>
            </a:extLst>
          </p:cNvPr>
          <p:cNvSpPr/>
          <p:nvPr/>
        </p:nvSpPr>
        <p:spPr>
          <a:xfrm>
            <a:off x="14646470" y="2464145"/>
            <a:ext cx="324219" cy="461665"/>
          </a:xfrm>
          <a:prstGeom prst="downArrow">
            <a:avLst/>
          </a:prstGeom>
          <a:gradFill>
            <a:gsLst>
              <a:gs pos="33000">
                <a:schemeClr val="accent2">
                  <a:lumMod val="20000"/>
                  <a:lumOff val="80000"/>
                </a:schemeClr>
              </a:gs>
              <a:gs pos="62000">
                <a:schemeClr val="accent2">
                  <a:lumMod val="40000"/>
                  <a:lumOff val="6000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4" name="直接连接符 523">
            <a:extLst>
              <a:ext uri="{FF2B5EF4-FFF2-40B4-BE49-F238E27FC236}">
                <a16:creationId xmlns:a16="http://schemas.microsoft.com/office/drawing/2014/main" id="{304D1933-AC43-4501-8599-85597B8631A1}"/>
              </a:ext>
            </a:extLst>
          </p:cNvPr>
          <p:cNvCxnSpPr>
            <a:cxnSpLocks/>
          </p:cNvCxnSpPr>
          <p:nvPr/>
        </p:nvCxnSpPr>
        <p:spPr>
          <a:xfrm>
            <a:off x="13806906" y="5451740"/>
            <a:ext cx="861927" cy="15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5" name="文本框 524">
            <a:extLst>
              <a:ext uri="{FF2B5EF4-FFF2-40B4-BE49-F238E27FC236}">
                <a16:creationId xmlns:a16="http://schemas.microsoft.com/office/drawing/2014/main" id="{FF5E063F-CA08-4847-B10B-2783351DA972}"/>
              </a:ext>
            </a:extLst>
          </p:cNvPr>
          <p:cNvSpPr txBox="1"/>
          <p:nvPr/>
        </p:nvSpPr>
        <p:spPr>
          <a:xfrm>
            <a:off x="14690883" y="5291397"/>
            <a:ext cx="12052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</a:p>
          <a:p>
            <a:pPr algn="ctr"/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9" name="直接连接符 528">
            <a:extLst>
              <a:ext uri="{FF2B5EF4-FFF2-40B4-BE49-F238E27FC236}">
                <a16:creationId xmlns:a16="http://schemas.microsoft.com/office/drawing/2014/main" id="{92A97934-837A-450E-943C-5B92B0B9CB16}"/>
              </a:ext>
            </a:extLst>
          </p:cNvPr>
          <p:cNvCxnSpPr>
            <a:cxnSpLocks/>
          </p:cNvCxnSpPr>
          <p:nvPr/>
        </p:nvCxnSpPr>
        <p:spPr>
          <a:xfrm>
            <a:off x="13805125" y="5962669"/>
            <a:ext cx="861927" cy="15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B7CF10BA-44CC-401B-B915-A58E4D8EF6FB}"/>
                  </a:ext>
                </a:extLst>
              </p:cNvPr>
              <p:cNvSpPr txBox="1"/>
              <p:nvPr/>
            </p:nvSpPr>
            <p:spPr>
              <a:xfrm>
                <a:off x="14646470" y="1393101"/>
                <a:ext cx="209993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361" name="文本框 360">
                <a:extLst>
                  <a:ext uri="{FF2B5EF4-FFF2-40B4-BE49-F238E27FC236}">
                    <a16:creationId xmlns:a16="http://schemas.microsoft.com/office/drawing/2014/main" id="{B7CF10BA-44CC-401B-B915-A58E4D8EF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6470" y="1393101"/>
                <a:ext cx="209993" cy="284437"/>
              </a:xfrm>
              <a:prstGeom prst="rect">
                <a:avLst/>
              </a:prstGeom>
              <a:blipFill>
                <a:blip r:embed="rId31"/>
                <a:stretch>
                  <a:fillRect l="-26471" t="-19565" r="-50000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2" name="文本框 531">
            <a:extLst>
              <a:ext uri="{FF2B5EF4-FFF2-40B4-BE49-F238E27FC236}">
                <a16:creationId xmlns:a16="http://schemas.microsoft.com/office/drawing/2014/main" id="{23419DB8-12AC-4244-BDFB-134182B52E16}"/>
              </a:ext>
            </a:extLst>
          </p:cNvPr>
          <p:cNvSpPr txBox="1"/>
          <p:nvPr/>
        </p:nvSpPr>
        <p:spPr>
          <a:xfrm>
            <a:off x="2456659" y="-1471211"/>
            <a:ext cx="12796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Volatility-Guided Overlapped Temporal Recurrent-Convolutional Transformer for Traffic Flow Forecasting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6" name="直接连接符 365">
            <a:extLst>
              <a:ext uri="{FF2B5EF4-FFF2-40B4-BE49-F238E27FC236}">
                <a16:creationId xmlns:a16="http://schemas.microsoft.com/office/drawing/2014/main" id="{C3703FA7-B157-4A28-89CE-7DCB489C7BBC}"/>
              </a:ext>
            </a:extLst>
          </p:cNvPr>
          <p:cNvCxnSpPr>
            <a:cxnSpLocks/>
          </p:cNvCxnSpPr>
          <p:nvPr/>
        </p:nvCxnSpPr>
        <p:spPr>
          <a:xfrm>
            <a:off x="-373756" y="-2064638"/>
            <a:ext cx="16751676" cy="14430"/>
          </a:xfrm>
          <a:prstGeom prst="line">
            <a:avLst/>
          </a:prstGeom>
          <a:ln w="38100">
            <a:solidFill>
              <a:srgbClr val="345D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直接连接符 541">
            <a:extLst>
              <a:ext uri="{FF2B5EF4-FFF2-40B4-BE49-F238E27FC236}">
                <a16:creationId xmlns:a16="http://schemas.microsoft.com/office/drawing/2014/main" id="{CCF2203B-A365-417C-B81D-44A450627D5B}"/>
              </a:ext>
            </a:extLst>
          </p:cNvPr>
          <p:cNvCxnSpPr>
            <a:cxnSpLocks/>
          </p:cNvCxnSpPr>
          <p:nvPr/>
        </p:nvCxnSpPr>
        <p:spPr>
          <a:xfrm>
            <a:off x="-373756" y="-1518438"/>
            <a:ext cx="16751676" cy="14430"/>
          </a:xfrm>
          <a:prstGeom prst="line">
            <a:avLst/>
          </a:prstGeom>
          <a:ln w="38100">
            <a:solidFill>
              <a:srgbClr val="345D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文本框 542">
            <a:extLst>
              <a:ext uri="{FF2B5EF4-FFF2-40B4-BE49-F238E27FC236}">
                <a16:creationId xmlns:a16="http://schemas.microsoft.com/office/drawing/2014/main" id="{E1F3C44A-F268-4884-94C7-84C16DA53A93}"/>
              </a:ext>
            </a:extLst>
          </p:cNvPr>
          <p:cNvSpPr txBox="1"/>
          <p:nvPr/>
        </p:nvSpPr>
        <p:spPr>
          <a:xfrm>
            <a:off x="4634808" y="-2017636"/>
            <a:ext cx="70123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2D50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Proposed VOTR-Former</a:t>
            </a:r>
            <a:endParaRPr lang="zh-CN" altLang="en-US" sz="2800" b="1" dirty="0">
              <a:solidFill>
                <a:srgbClr val="2D50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4" name="矩形: 圆角 543">
            <a:extLst>
              <a:ext uri="{FF2B5EF4-FFF2-40B4-BE49-F238E27FC236}">
                <a16:creationId xmlns:a16="http://schemas.microsoft.com/office/drawing/2014/main" id="{59F2D500-DE79-4F65-8D3C-9978D1911735}"/>
              </a:ext>
            </a:extLst>
          </p:cNvPr>
          <p:cNvSpPr/>
          <p:nvPr/>
        </p:nvSpPr>
        <p:spPr>
          <a:xfrm>
            <a:off x="10069366" y="2324760"/>
            <a:ext cx="1313900" cy="316843"/>
          </a:xfrm>
          <a:prstGeom prst="roundRect">
            <a:avLst>
              <a:gd name="adj" fmla="val 11398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4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101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AE3439B4-7619-4C66-B791-F90572E8F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5059" y="971545"/>
            <a:ext cx="6871273" cy="491491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2551168-75C2-4BAC-B14D-2FFFAFF1E3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701" y="971545"/>
            <a:ext cx="6860299" cy="491491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A7F2354-27F6-4D9A-B2DC-EF7297AE7E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1401" y="-3943365"/>
            <a:ext cx="6869444" cy="491491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8BFDFEB-176F-4E42-8041-540B4CC0F7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385" y="-3943365"/>
            <a:ext cx="6869444" cy="491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0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33ED2CD5-72E5-4482-88DC-553A6423410F}"/>
              </a:ext>
            </a:extLst>
          </p:cNvPr>
          <p:cNvSpPr/>
          <p:nvPr/>
        </p:nvSpPr>
        <p:spPr>
          <a:xfrm>
            <a:off x="-996487" y="-399957"/>
            <a:ext cx="4114596" cy="2782757"/>
          </a:xfrm>
          <a:prstGeom prst="roundRect">
            <a:avLst>
              <a:gd name="adj" fmla="val 4215"/>
            </a:avLst>
          </a:prstGeom>
          <a:solidFill>
            <a:schemeClr val="bg1"/>
          </a:solidFill>
          <a:ln w="254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FC575A3-70DA-4032-A6F3-4BC30B713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5046" y="-216397"/>
            <a:ext cx="1071932" cy="1071932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84F7E05-5657-4CF0-A82B-BAD5C6CCC889}"/>
              </a:ext>
            </a:extLst>
          </p:cNvPr>
          <p:cNvSpPr/>
          <p:nvPr/>
        </p:nvSpPr>
        <p:spPr>
          <a:xfrm>
            <a:off x="-5891060" y="-1512265"/>
            <a:ext cx="4553946" cy="8389350"/>
          </a:xfrm>
          <a:prstGeom prst="roundRect">
            <a:avLst>
              <a:gd name="adj" fmla="val 4215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AC09C4-25FF-4BFD-B074-4876E4B7C926}"/>
              </a:ext>
            </a:extLst>
          </p:cNvPr>
          <p:cNvSpPr txBox="1"/>
          <p:nvPr/>
        </p:nvSpPr>
        <p:spPr>
          <a:xfrm>
            <a:off x="-5637060" y="-1374147"/>
            <a:ext cx="4219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4561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Traffic State Prediction</a:t>
            </a:r>
            <a:endParaRPr lang="zh-CN" altLang="en-US" sz="2400" b="1" dirty="0">
              <a:solidFill>
                <a:srgbClr val="45619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1F06BBD3-EEC0-4035-87E6-EE99ABE77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6486" y="-143704"/>
            <a:ext cx="1071932" cy="1071932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5C8CFBA7-8162-476B-A1C6-A6935CCF7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67926" y="-71011"/>
            <a:ext cx="1071932" cy="1071932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5BE247B8-9A6C-4023-8EBE-5D0F3D5A7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79002" y="-216397"/>
            <a:ext cx="1071932" cy="1071932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B47312F0-7E21-4D28-B8B5-2EDBD4F54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70442" y="-143704"/>
            <a:ext cx="1071932" cy="107193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5FD6BE88-8288-46B6-8D7D-195486BED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61882" y="-71011"/>
            <a:ext cx="1071932" cy="1071932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3B0E2ABD-31CD-4C70-B475-16DB6B98A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48574" y="-216397"/>
            <a:ext cx="1071932" cy="1071932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B44E297B-0307-4165-BF6B-7D3242E5B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0014" y="-143704"/>
            <a:ext cx="1071932" cy="1071932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BECF6FE0-AC84-4A4B-B450-08B0E176F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31454" y="-71011"/>
            <a:ext cx="1071932" cy="1071932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1A8ED56-16B1-4091-85B3-687C9FD00FE3}"/>
              </a:ext>
            </a:extLst>
          </p:cNvPr>
          <p:cNvCxnSpPr>
            <a:cxnSpLocks/>
          </p:cNvCxnSpPr>
          <p:nvPr/>
        </p:nvCxnSpPr>
        <p:spPr>
          <a:xfrm>
            <a:off x="-5182908" y="1065027"/>
            <a:ext cx="3533114" cy="0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25720DB-EB8A-4F68-A6D2-EBC581C452E5}"/>
              </a:ext>
            </a:extLst>
          </p:cNvPr>
          <p:cNvCxnSpPr>
            <a:cxnSpLocks/>
          </p:cNvCxnSpPr>
          <p:nvPr/>
        </p:nvCxnSpPr>
        <p:spPr>
          <a:xfrm flipV="1">
            <a:off x="-5302288" y="-240781"/>
            <a:ext cx="0" cy="1266086"/>
          </a:xfrm>
          <a:prstGeom prst="straightConnector1">
            <a:avLst/>
          </a:prstGeom>
          <a:ln w="381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7DDA555C-CF52-42BB-AE0D-1CBC342DBD6E}"/>
              </a:ext>
            </a:extLst>
          </p:cNvPr>
          <p:cNvSpPr txBox="1"/>
          <p:nvPr/>
        </p:nvSpPr>
        <p:spPr>
          <a:xfrm rot="16200000">
            <a:off x="-6466290" y="73558"/>
            <a:ext cx="18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(N=207)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17454C1-D02C-48AA-9291-11FDD4A84E9A}"/>
              </a:ext>
            </a:extLst>
          </p:cNvPr>
          <p:cNvSpPr txBox="1"/>
          <p:nvPr/>
        </p:nvSpPr>
        <p:spPr>
          <a:xfrm>
            <a:off x="-4536304" y="1137720"/>
            <a:ext cx="18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(T=12)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09B197CA-EADD-496A-B5E0-7C9FB4813FD4}"/>
              </a:ext>
            </a:extLst>
          </p:cNvPr>
          <p:cNvSpPr/>
          <p:nvPr/>
        </p:nvSpPr>
        <p:spPr>
          <a:xfrm>
            <a:off x="-5738565" y="2127612"/>
            <a:ext cx="4206578" cy="4227628"/>
          </a:xfrm>
          <a:prstGeom prst="roundRect">
            <a:avLst>
              <a:gd name="adj" fmla="val 4215"/>
            </a:avLst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A7668E93-D47B-4BC6-8873-5D218EF9D7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62438" y="3152935"/>
            <a:ext cx="4050847" cy="2046542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F23089E2-9220-45AD-AC4B-AB339199C56A}"/>
              </a:ext>
            </a:extLst>
          </p:cNvPr>
          <p:cNvSpPr txBox="1"/>
          <p:nvPr/>
        </p:nvSpPr>
        <p:spPr>
          <a:xfrm>
            <a:off x="-5533346" y="2277193"/>
            <a:ext cx="3792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u="sng" dirty="0">
                <a:solidFill>
                  <a:srgbClr val="FF4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VOTR-Former</a:t>
            </a:r>
            <a:r>
              <a:rPr lang="en-US" altLang="zh-CN" b="1" dirty="0">
                <a:solidFill>
                  <a:srgbClr val="FF4F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(Our proposed)</a:t>
            </a: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future traffic speed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箭头: 下 52">
            <a:extLst>
              <a:ext uri="{FF2B5EF4-FFF2-40B4-BE49-F238E27FC236}">
                <a16:creationId xmlns:a16="http://schemas.microsoft.com/office/drawing/2014/main" id="{BA2D8697-2BAD-4C7E-AF2C-C021994CB65C}"/>
              </a:ext>
            </a:extLst>
          </p:cNvPr>
          <p:cNvSpPr/>
          <p:nvPr/>
        </p:nvSpPr>
        <p:spPr>
          <a:xfrm>
            <a:off x="-3826656" y="1535585"/>
            <a:ext cx="395282" cy="489032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67993F8-D799-41DF-B4EC-13FA12722193}"/>
              </a:ext>
            </a:extLst>
          </p:cNvPr>
          <p:cNvSpPr txBox="1"/>
          <p:nvPr/>
        </p:nvSpPr>
        <p:spPr>
          <a:xfrm>
            <a:off x="-5662438" y="5354379"/>
            <a:ext cx="399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time: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2012-06-05 17:30</a:t>
            </a: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step: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 = 1 (5min)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9D54F7AB-5CB6-407D-8FB3-0F057CA2C830}"/>
              </a:ext>
            </a:extLst>
          </p:cNvPr>
          <p:cNvSpPr/>
          <p:nvPr/>
        </p:nvSpPr>
        <p:spPr>
          <a:xfrm>
            <a:off x="-1106899" y="-1512265"/>
            <a:ext cx="4390328" cy="8389350"/>
          </a:xfrm>
          <a:prstGeom prst="roundRect">
            <a:avLst>
              <a:gd name="adj" fmla="val 4215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CCE9D56-0190-44A2-9E1C-71FD870D7983}"/>
              </a:ext>
            </a:extLst>
          </p:cNvPr>
          <p:cNvSpPr txBox="1"/>
          <p:nvPr/>
        </p:nvSpPr>
        <p:spPr>
          <a:xfrm>
            <a:off x="-1140465" y="-1410293"/>
            <a:ext cx="44542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4561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Roadside Sensor Localization and V2X Infrastructure</a:t>
            </a:r>
            <a:endParaRPr lang="zh-CN" altLang="en-US" sz="2400" b="1" dirty="0">
              <a:solidFill>
                <a:srgbClr val="45619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935AE269-1F4D-448F-B8CF-5F9BF346F732}"/>
              </a:ext>
            </a:extLst>
          </p:cNvPr>
          <p:cNvSpPr/>
          <p:nvPr/>
        </p:nvSpPr>
        <p:spPr>
          <a:xfrm>
            <a:off x="-583635" y="-145488"/>
            <a:ext cx="202650" cy="2032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4CBE08AD-53BE-4E7E-B4D1-F70C2D8F1A15}"/>
              </a:ext>
            </a:extLst>
          </p:cNvPr>
          <p:cNvSpPr/>
          <p:nvPr/>
        </p:nvSpPr>
        <p:spPr>
          <a:xfrm>
            <a:off x="25965" y="256440"/>
            <a:ext cx="202650" cy="2032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CAA96578-FFAE-40EE-98DD-F01F66DC2639}"/>
              </a:ext>
            </a:extLst>
          </p:cNvPr>
          <p:cNvSpPr/>
          <p:nvPr/>
        </p:nvSpPr>
        <p:spPr>
          <a:xfrm>
            <a:off x="813044" y="785777"/>
            <a:ext cx="202650" cy="2032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27DF2271-C19F-40AB-9E1A-E52142F95056}"/>
              </a:ext>
            </a:extLst>
          </p:cNvPr>
          <p:cNvSpPr/>
          <p:nvPr/>
        </p:nvSpPr>
        <p:spPr>
          <a:xfrm>
            <a:off x="-175623" y="1059782"/>
            <a:ext cx="202650" cy="2032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0F6465C-9F4E-45AC-9426-64051DF8CA3B}"/>
              </a:ext>
            </a:extLst>
          </p:cNvPr>
          <p:cNvSpPr/>
          <p:nvPr/>
        </p:nvSpPr>
        <p:spPr>
          <a:xfrm>
            <a:off x="275303" y="1618210"/>
            <a:ext cx="202650" cy="2032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AA7EDFE3-AD81-4116-A7D2-A026D6E431DF}"/>
              </a:ext>
            </a:extLst>
          </p:cNvPr>
          <p:cNvSpPr/>
          <p:nvPr/>
        </p:nvSpPr>
        <p:spPr>
          <a:xfrm>
            <a:off x="1282619" y="99318"/>
            <a:ext cx="202650" cy="2032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1CA4AB01-3099-41AF-A445-C2CFB30BDF83}"/>
              </a:ext>
            </a:extLst>
          </p:cNvPr>
          <p:cNvSpPr/>
          <p:nvPr/>
        </p:nvSpPr>
        <p:spPr>
          <a:xfrm>
            <a:off x="1856836" y="752138"/>
            <a:ext cx="202650" cy="2032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2D90AA56-6B5E-4087-AB80-60DEBBA64BF1}"/>
              </a:ext>
            </a:extLst>
          </p:cNvPr>
          <p:cNvSpPr/>
          <p:nvPr/>
        </p:nvSpPr>
        <p:spPr>
          <a:xfrm>
            <a:off x="1217409" y="1311239"/>
            <a:ext cx="202650" cy="2032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B56F74DB-6374-4388-86AD-5EBFD0C0F2BE}"/>
              </a:ext>
            </a:extLst>
          </p:cNvPr>
          <p:cNvSpPr/>
          <p:nvPr/>
        </p:nvSpPr>
        <p:spPr>
          <a:xfrm>
            <a:off x="2159514" y="1458371"/>
            <a:ext cx="202650" cy="2032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78348868-5C3E-4BE4-9D71-1C75D7F83AAC}"/>
              </a:ext>
            </a:extLst>
          </p:cNvPr>
          <p:cNvSpPr/>
          <p:nvPr/>
        </p:nvSpPr>
        <p:spPr>
          <a:xfrm>
            <a:off x="2360087" y="-11823"/>
            <a:ext cx="202650" cy="2032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F1CE6FB7-9985-44D0-AB2A-5522092A0100}"/>
              </a:ext>
            </a:extLst>
          </p:cNvPr>
          <p:cNvSpPr/>
          <p:nvPr/>
        </p:nvSpPr>
        <p:spPr>
          <a:xfrm>
            <a:off x="-516371" y="1951559"/>
            <a:ext cx="202650" cy="2032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603046C5-FC5A-4AEE-BBF4-7A36EA43E86B}"/>
              </a:ext>
            </a:extLst>
          </p:cNvPr>
          <p:cNvSpPr/>
          <p:nvPr/>
        </p:nvSpPr>
        <p:spPr>
          <a:xfrm>
            <a:off x="1181294" y="1983436"/>
            <a:ext cx="202650" cy="20322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D30F7E0-87E3-4E6E-AA28-2F170C29A605}"/>
              </a:ext>
            </a:extLst>
          </p:cNvPr>
          <p:cNvSpPr txBox="1"/>
          <p:nvPr/>
        </p:nvSpPr>
        <p:spPr>
          <a:xfrm>
            <a:off x="-5128381" y="-587586"/>
            <a:ext cx="110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1A6AA93-348B-40E2-87F7-16C47ECB859F}"/>
              </a:ext>
            </a:extLst>
          </p:cNvPr>
          <p:cNvSpPr txBox="1"/>
          <p:nvPr/>
        </p:nvSpPr>
        <p:spPr>
          <a:xfrm>
            <a:off x="-3988682" y="-610555"/>
            <a:ext cx="110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1C4BB9A5-A1D4-4984-AE2F-B373DF16CA13}"/>
              </a:ext>
            </a:extLst>
          </p:cNvPr>
          <p:cNvSpPr txBox="1"/>
          <p:nvPr/>
        </p:nvSpPr>
        <p:spPr>
          <a:xfrm>
            <a:off x="-2831454" y="-606859"/>
            <a:ext cx="110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 descr="手机矢量5g素材-手机矢量5g图片">
            <a:extLst>
              <a:ext uri="{FF2B5EF4-FFF2-40B4-BE49-F238E27FC236}">
                <a16:creationId xmlns:a16="http://schemas.microsoft.com/office/drawing/2014/main" id="{E719DAFF-9DDB-4922-8C5C-29D9A39DA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346" b="99058" l="1600" r="97400">
                        <a14:foregroundMark x1="52400" y1="17093" x2="52400" y2="20996"/>
                        <a14:foregroundMark x1="49400" y1="12382" x2="49200" y2="7806"/>
                        <a14:foregroundMark x1="79600" y1="14939" x2="79600" y2="17766"/>
                        <a14:foregroundMark x1="89600" y1="13055" x2="89600" y2="16151"/>
                        <a14:foregroundMark x1="97400" y1="10767" x2="97400" y2="14670"/>
                        <a14:foregroundMark x1="21400" y1="11978" x2="20000" y2="15343"/>
                        <a14:foregroundMark x1="11400" y1="10094" x2="10000" y2="16151"/>
                        <a14:foregroundMark x1="1600" y1="10902" x2="2000" y2="18170"/>
                        <a14:foregroundMark x1="92600" y1="1480" x2="93400" y2="4307"/>
                        <a14:foregroundMark x1="20800" y1="91386" x2="22000" y2="93405"/>
                        <a14:foregroundMark x1="77600" y1="94886" x2="80200" y2="95962"/>
                        <a14:foregroundMark x1="20800" y1="97308" x2="20400" y2="99058"/>
                        <a14:backgroundMark x1="45600" y1="32436" x2="46200" y2="33244"/>
                        <a14:backgroundMark x1="53400" y1="32974" x2="54600" y2="341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46220" y="-230961"/>
            <a:ext cx="311744" cy="46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8" descr="手机矢量5g素材-手机矢量5g图片">
            <a:extLst>
              <a:ext uri="{FF2B5EF4-FFF2-40B4-BE49-F238E27FC236}">
                <a16:creationId xmlns:a16="http://schemas.microsoft.com/office/drawing/2014/main" id="{D1C9F3D0-C2CF-42B0-BA28-7F5E63333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346" b="99058" l="1600" r="97400">
                        <a14:foregroundMark x1="52400" y1="17093" x2="52400" y2="20996"/>
                        <a14:foregroundMark x1="49400" y1="12382" x2="49200" y2="7806"/>
                        <a14:foregroundMark x1="79600" y1="14939" x2="79600" y2="17766"/>
                        <a14:foregroundMark x1="89600" y1="13055" x2="89600" y2="16151"/>
                        <a14:foregroundMark x1="97400" y1="10767" x2="97400" y2="14670"/>
                        <a14:foregroundMark x1="21400" y1="11978" x2="20000" y2="15343"/>
                        <a14:foregroundMark x1="11400" y1="10094" x2="10000" y2="16151"/>
                        <a14:foregroundMark x1="1600" y1="10902" x2="2000" y2="18170"/>
                        <a14:foregroundMark x1="92600" y1="1480" x2="93400" y2="4307"/>
                        <a14:foregroundMark x1="20800" y1="91386" x2="22000" y2="93405"/>
                        <a14:foregroundMark x1="77600" y1="94886" x2="80200" y2="95962"/>
                        <a14:foregroundMark x1="20800" y1="97308" x2="20400" y2="99058"/>
                        <a14:backgroundMark x1="45600" y1="32436" x2="46200" y2="33244"/>
                        <a14:backgroundMark x1="53400" y1="32974" x2="54600" y2="341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864484" y="1821436"/>
            <a:ext cx="311744" cy="46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8" descr="手机矢量5g素材-手机矢量5g图片">
            <a:extLst>
              <a:ext uri="{FF2B5EF4-FFF2-40B4-BE49-F238E27FC236}">
                <a16:creationId xmlns:a16="http://schemas.microsoft.com/office/drawing/2014/main" id="{C547F0F9-36D0-433E-BAB7-551E516DD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346" b="99058" l="1600" r="97400">
                        <a14:foregroundMark x1="52400" y1="17093" x2="52400" y2="20996"/>
                        <a14:foregroundMark x1="49400" y1="12382" x2="49200" y2="7806"/>
                        <a14:foregroundMark x1="79600" y1="14939" x2="79600" y2="17766"/>
                        <a14:foregroundMark x1="89600" y1="13055" x2="89600" y2="16151"/>
                        <a14:foregroundMark x1="97400" y1="10767" x2="97400" y2="14670"/>
                        <a14:foregroundMark x1="21400" y1="11978" x2="20000" y2="15343"/>
                        <a14:foregroundMark x1="11400" y1="10094" x2="10000" y2="16151"/>
                        <a14:foregroundMark x1="1600" y1="10902" x2="2000" y2="18170"/>
                        <a14:foregroundMark x1="92600" y1="1480" x2="93400" y2="4307"/>
                        <a14:foregroundMark x1="20800" y1="91386" x2="22000" y2="93405"/>
                        <a14:foregroundMark x1="77600" y1="94886" x2="80200" y2="95962"/>
                        <a14:foregroundMark x1="20800" y1="97308" x2="20400" y2="99058"/>
                        <a14:backgroundMark x1="45600" y1="32436" x2="46200" y2="33244"/>
                        <a14:backgroundMark x1="53400" y1="32974" x2="54600" y2="341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251991" y="949579"/>
            <a:ext cx="311744" cy="463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8" name="连接符: 曲线 77">
            <a:extLst>
              <a:ext uri="{FF2B5EF4-FFF2-40B4-BE49-F238E27FC236}">
                <a16:creationId xmlns:a16="http://schemas.microsoft.com/office/drawing/2014/main" id="{AD639C38-31BE-436E-B368-49FE6EA8E1A6}"/>
              </a:ext>
            </a:extLst>
          </p:cNvPr>
          <p:cNvCxnSpPr>
            <a:cxnSpLocks/>
            <a:stCxn id="57" idx="6"/>
            <a:endCxn id="60" idx="0"/>
          </p:cNvCxnSpPr>
          <p:nvPr/>
        </p:nvCxnSpPr>
        <p:spPr>
          <a:xfrm>
            <a:off x="-380985" y="-43875"/>
            <a:ext cx="508275" cy="300315"/>
          </a:xfrm>
          <a:prstGeom prst="curved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曲线 81">
            <a:extLst>
              <a:ext uri="{FF2B5EF4-FFF2-40B4-BE49-F238E27FC236}">
                <a16:creationId xmlns:a16="http://schemas.microsoft.com/office/drawing/2014/main" id="{6E66C2F0-3449-46D8-A44A-280F9978CF94}"/>
              </a:ext>
            </a:extLst>
          </p:cNvPr>
          <p:cNvCxnSpPr>
            <a:cxnSpLocks/>
            <a:stCxn id="60" idx="7"/>
            <a:endCxn id="64" idx="2"/>
          </p:cNvCxnSpPr>
          <p:nvPr/>
        </p:nvCxnSpPr>
        <p:spPr>
          <a:xfrm rot="5400000" flipH="1" flipV="1">
            <a:off x="698143" y="-298273"/>
            <a:ext cx="85271" cy="1083681"/>
          </a:xfrm>
          <a:prstGeom prst="curved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曲线 84">
            <a:extLst>
              <a:ext uri="{FF2B5EF4-FFF2-40B4-BE49-F238E27FC236}">
                <a16:creationId xmlns:a16="http://schemas.microsoft.com/office/drawing/2014/main" id="{09F4F369-15B1-46FB-9DE3-9B00F7695B0A}"/>
              </a:ext>
            </a:extLst>
          </p:cNvPr>
          <p:cNvCxnSpPr>
            <a:cxnSpLocks/>
            <a:stCxn id="61" idx="5"/>
            <a:endCxn id="66" idx="7"/>
          </p:cNvCxnSpPr>
          <p:nvPr/>
        </p:nvCxnSpPr>
        <p:spPr>
          <a:xfrm rot="16200000" flipH="1">
            <a:off x="997319" y="947938"/>
            <a:ext cx="381760" cy="404365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曲线 87">
            <a:extLst>
              <a:ext uri="{FF2B5EF4-FFF2-40B4-BE49-F238E27FC236}">
                <a16:creationId xmlns:a16="http://schemas.microsoft.com/office/drawing/2014/main" id="{9D389DBC-E65E-4538-9B78-1DC0AE2840F1}"/>
              </a:ext>
            </a:extLst>
          </p:cNvPr>
          <p:cNvCxnSpPr>
            <a:cxnSpLocks/>
            <a:stCxn id="64" idx="7"/>
            <a:endCxn id="68" idx="0"/>
          </p:cNvCxnSpPr>
          <p:nvPr/>
        </p:nvCxnSpPr>
        <p:spPr>
          <a:xfrm rot="5400000" flipH="1" flipV="1">
            <a:off x="1888051" y="-444281"/>
            <a:ext cx="140903" cy="1005820"/>
          </a:xfrm>
          <a:prstGeom prst="curvedConnector3">
            <a:avLst>
              <a:gd name="adj1" fmla="val 154078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曲线 91">
            <a:extLst>
              <a:ext uri="{FF2B5EF4-FFF2-40B4-BE49-F238E27FC236}">
                <a16:creationId xmlns:a16="http://schemas.microsoft.com/office/drawing/2014/main" id="{11D43977-72ED-4FCB-8A34-B0EB34DE65C4}"/>
              </a:ext>
            </a:extLst>
          </p:cNvPr>
          <p:cNvCxnSpPr>
            <a:cxnSpLocks/>
            <a:stCxn id="62" idx="7"/>
            <a:endCxn id="61" idx="2"/>
          </p:cNvCxnSpPr>
          <p:nvPr/>
        </p:nvCxnSpPr>
        <p:spPr>
          <a:xfrm rot="5400000" flipH="1" flipV="1">
            <a:off x="304120" y="580620"/>
            <a:ext cx="202154" cy="815694"/>
          </a:xfrm>
          <a:prstGeom prst="curved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连接符: 曲线 98">
            <a:extLst>
              <a:ext uri="{FF2B5EF4-FFF2-40B4-BE49-F238E27FC236}">
                <a16:creationId xmlns:a16="http://schemas.microsoft.com/office/drawing/2014/main" id="{907C93F5-92F3-47EC-91DE-E4B34D1C84BF}"/>
              </a:ext>
            </a:extLst>
          </p:cNvPr>
          <p:cNvCxnSpPr>
            <a:cxnSpLocks/>
            <a:stCxn id="64" idx="5"/>
            <a:endCxn id="65" idx="2"/>
          </p:cNvCxnSpPr>
          <p:nvPr/>
        </p:nvCxnSpPr>
        <p:spPr>
          <a:xfrm rot="16200000" flipH="1">
            <a:off x="1365730" y="362644"/>
            <a:ext cx="580969" cy="401244"/>
          </a:xfrm>
          <a:prstGeom prst="curved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连接符: 曲线 101">
            <a:extLst>
              <a:ext uri="{FF2B5EF4-FFF2-40B4-BE49-F238E27FC236}">
                <a16:creationId xmlns:a16="http://schemas.microsoft.com/office/drawing/2014/main" id="{0C3E3323-5C41-42B2-861B-6A6E66DB6F6A}"/>
              </a:ext>
            </a:extLst>
          </p:cNvPr>
          <p:cNvCxnSpPr>
            <a:cxnSpLocks/>
            <a:stCxn id="70" idx="7"/>
            <a:endCxn id="67" idx="3"/>
          </p:cNvCxnSpPr>
          <p:nvPr/>
        </p:nvCxnSpPr>
        <p:spPr>
          <a:xfrm rot="5400000" flipH="1" flipV="1">
            <a:off x="1581048" y="1405055"/>
            <a:ext cx="381363" cy="834924"/>
          </a:xfrm>
          <a:prstGeom prst="curvedConnector3">
            <a:avLst>
              <a:gd name="adj1" fmla="val 28687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连接符: 曲线 108">
            <a:extLst>
              <a:ext uri="{FF2B5EF4-FFF2-40B4-BE49-F238E27FC236}">
                <a16:creationId xmlns:a16="http://schemas.microsoft.com/office/drawing/2014/main" id="{258D464F-A9E1-4C6D-8534-87C0F194004B}"/>
              </a:ext>
            </a:extLst>
          </p:cNvPr>
          <p:cNvCxnSpPr>
            <a:cxnSpLocks/>
            <a:stCxn id="63" idx="6"/>
            <a:endCxn id="66" idx="3"/>
          </p:cNvCxnSpPr>
          <p:nvPr/>
        </p:nvCxnSpPr>
        <p:spPr>
          <a:xfrm flipV="1">
            <a:off x="477953" y="1484703"/>
            <a:ext cx="769133" cy="235120"/>
          </a:xfrm>
          <a:prstGeom prst="curved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连接符: 曲线 111">
            <a:extLst>
              <a:ext uri="{FF2B5EF4-FFF2-40B4-BE49-F238E27FC236}">
                <a16:creationId xmlns:a16="http://schemas.microsoft.com/office/drawing/2014/main" id="{9516EE54-469C-4EBB-8A7E-C3FCBE675C1F}"/>
              </a:ext>
            </a:extLst>
          </p:cNvPr>
          <p:cNvCxnSpPr>
            <a:cxnSpLocks/>
            <a:stCxn id="60" idx="4"/>
            <a:endCxn id="61" idx="1"/>
          </p:cNvCxnSpPr>
          <p:nvPr/>
        </p:nvCxnSpPr>
        <p:spPr>
          <a:xfrm rot="16200000" flipH="1">
            <a:off x="307069" y="279886"/>
            <a:ext cx="355873" cy="715431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连接符: 曲线 114">
            <a:extLst>
              <a:ext uri="{FF2B5EF4-FFF2-40B4-BE49-F238E27FC236}">
                <a16:creationId xmlns:a16="http://schemas.microsoft.com/office/drawing/2014/main" id="{137113E4-2720-4356-B0C3-0B2E9BC411C6}"/>
              </a:ext>
            </a:extLst>
          </p:cNvPr>
          <p:cNvCxnSpPr>
            <a:cxnSpLocks/>
            <a:stCxn id="62" idx="5"/>
            <a:endCxn id="63" idx="1"/>
          </p:cNvCxnSpPr>
          <p:nvPr/>
        </p:nvCxnSpPr>
        <p:spPr>
          <a:xfrm rot="16200000" flipH="1">
            <a:off x="-56198" y="1286794"/>
            <a:ext cx="414726" cy="307630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连接符: 曲线 119">
            <a:extLst>
              <a:ext uri="{FF2B5EF4-FFF2-40B4-BE49-F238E27FC236}">
                <a16:creationId xmlns:a16="http://schemas.microsoft.com/office/drawing/2014/main" id="{EF04E5B9-29B8-42BA-B9C0-B8F4E788F172}"/>
              </a:ext>
            </a:extLst>
          </p:cNvPr>
          <p:cNvCxnSpPr>
            <a:cxnSpLocks/>
            <a:stCxn id="69" idx="6"/>
            <a:endCxn id="63" idx="3"/>
          </p:cNvCxnSpPr>
          <p:nvPr/>
        </p:nvCxnSpPr>
        <p:spPr>
          <a:xfrm flipV="1">
            <a:off x="-313721" y="1791674"/>
            <a:ext cx="618701" cy="261498"/>
          </a:xfrm>
          <a:prstGeom prst="curved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连接符: 曲线 122">
            <a:extLst>
              <a:ext uri="{FF2B5EF4-FFF2-40B4-BE49-F238E27FC236}">
                <a16:creationId xmlns:a16="http://schemas.microsoft.com/office/drawing/2014/main" id="{5E1E00EF-E74A-4D2B-8ABD-7431727B3878}"/>
              </a:ext>
            </a:extLst>
          </p:cNvPr>
          <p:cNvCxnSpPr>
            <a:cxnSpLocks/>
            <a:stCxn id="65" idx="4"/>
            <a:endCxn id="66" idx="6"/>
          </p:cNvCxnSpPr>
          <p:nvPr/>
        </p:nvCxnSpPr>
        <p:spPr>
          <a:xfrm rot="5400000">
            <a:off x="1460366" y="915057"/>
            <a:ext cx="457488" cy="538102"/>
          </a:xfrm>
          <a:prstGeom prst="curved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连接符: 曲线 126">
            <a:extLst>
              <a:ext uri="{FF2B5EF4-FFF2-40B4-BE49-F238E27FC236}">
                <a16:creationId xmlns:a16="http://schemas.microsoft.com/office/drawing/2014/main" id="{817DF0E4-CF25-443E-9296-622C088CA599}"/>
              </a:ext>
            </a:extLst>
          </p:cNvPr>
          <p:cNvCxnSpPr>
            <a:cxnSpLocks/>
            <a:stCxn id="70" idx="0"/>
            <a:endCxn id="66" idx="5"/>
          </p:cNvCxnSpPr>
          <p:nvPr/>
        </p:nvCxnSpPr>
        <p:spPr>
          <a:xfrm rot="5400000" flipH="1" flipV="1">
            <a:off x="1087134" y="1680189"/>
            <a:ext cx="498733" cy="107763"/>
          </a:xfrm>
          <a:prstGeom prst="curved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连接符: 曲线 130">
            <a:extLst>
              <a:ext uri="{FF2B5EF4-FFF2-40B4-BE49-F238E27FC236}">
                <a16:creationId xmlns:a16="http://schemas.microsoft.com/office/drawing/2014/main" id="{A7ADC777-E071-4AA7-A62C-D6D29A7D0298}"/>
              </a:ext>
            </a:extLst>
          </p:cNvPr>
          <p:cNvCxnSpPr>
            <a:cxnSpLocks/>
            <a:stCxn id="67" idx="0"/>
            <a:endCxn id="65" idx="6"/>
          </p:cNvCxnSpPr>
          <p:nvPr/>
        </p:nvCxnSpPr>
        <p:spPr>
          <a:xfrm rot="16200000" flipV="1">
            <a:off x="1857853" y="1055384"/>
            <a:ext cx="604620" cy="201353"/>
          </a:xfrm>
          <a:prstGeom prst="curvedConnector2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>
            <a:extLst>
              <a:ext uri="{FF2B5EF4-FFF2-40B4-BE49-F238E27FC236}">
                <a16:creationId xmlns:a16="http://schemas.microsoft.com/office/drawing/2014/main" id="{2A819C70-DE40-4716-A599-55AC3FE14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630" y="2009003"/>
            <a:ext cx="610087" cy="26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图形 1039">
            <a:extLst>
              <a:ext uri="{FF2B5EF4-FFF2-40B4-BE49-F238E27FC236}">
                <a16:creationId xmlns:a16="http://schemas.microsoft.com/office/drawing/2014/main" id="{91E13442-A1BC-4816-9200-C652948235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1853172" y="1904051"/>
            <a:ext cx="163317" cy="163317"/>
          </a:xfrm>
          <a:prstGeom prst="rect">
            <a:avLst/>
          </a:prstGeom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0DE555ED-75AA-4096-AA63-3906952B49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996487" y="3560200"/>
            <a:ext cx="4114595" cy="2719984"/>
          </a:xfrm>
          <a:prstGeom prst="rect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2" name="文本框 151">
            <a:extLst>
              <a:ext uri="{FF2B5EF4-FFF2-40B4-BE49-F238E27FC236}">
                <a16:creationId xmlns:a16="http://schemas.microsoft.com/office/drawing/2014/main" id="{F8A875B8-C3FB-4267-A7C3-131872DEBAC1}"/>
              </a:ext>
            </a:extLst>
          </p:cNvPr>
          <p:cNvSpPr txBox="1"/>
          <p:nvPr/>
        </p:nvSpPr>
        <p:spPr>
          <a:xfrm>
            <a:off x="-557485" y="2584775"/>
            <a:ext cx="3384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V2X perception and road state mapping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4E4260C5-AA91-4A27-973C-D4C0FE3AE2B9}"/>
              </a:ext>
            </a:extLst>
          </p:cNvPr>
          <p:cNvSpPr/>
          <p:nvPr/>
        </p:nvSpPr>
        <p:spPr>
          <a:xfrm>
            <a:off x="3483596" y="-1487460"/>
            <a:ext cx="5266028" cy="3699698"/>
          </a:xfrm>
          <a:prstGeom prst="roundRect">
            <a:avLst>
              <a:gd name="adj" fmla="val 4215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矩形: 圆角 153">
                <a:extLst>
                  <a:ext uri="{FF2B5EF4-FFF2-40B4-BE49-F238E27FC236}">
                    <a16:creationId xmlns:a16="http://schemas.microsoft.com/office/drawing/2014/main" id="{FB36BA83-3857-4DD6-A7F7-E806E622154C}"/>
                  </a:ext>
                </a:extLst>
              </p:cNvPr>
              <p:cNvSpPr/>
              <p:nvPr/>
            </p:nvSpPr>
            <p:spPr>
              <a:xfrm>
                <a:off x="3666248" y="-826971"/>
                <a:ext cx="4850524" cy="2916358"/>
              </a:xfrm>
              <a:prstGeom prst="roundRect">
                <a:avLst>
                  <a:gd name="adj" fmla="val 4215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𝒇𝒇</m:t>
                          </m:r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 </m:t>
                          </m:r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𝟖𝟓</m:t>
                          </m:r>
                          <m: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%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zh-CN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𝐨𝐟𝐟𝐩𝐞𝐚𝐤</m:t>
                          </m:r>
                        </m:sup>
                      </m:sSubSup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Extract the long-term historical speed for each sensor.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Select valid off-peak speeds and remove invalid values with speed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≤0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Compute the 85th percentile of the filtered speed set.</a:t>
                </a:r>
              </a:p>
              <a:p>
                <a:pPr algn="just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Use this percentile as the free-flow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𝒇𝒇</m:t>
                        </m:r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 </m:t>
                        </m:r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sensor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54" name="矩形: 圆角 153">
                <a:extLst>
                  <a:ext uri="{FF2B5EF4-FFF2-40B4-BE49-F238E27FC236}">
                    <a16:creationId xmlns:a16="http://schemas.microsoft.com/office/drawing/2014/main" id="{FB36BA83-3857-4DD6-A7F7-E806E62215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248" y="-826971"/>
                <a:ext cx="4850524" cy="2916358"/>
              </a:xfrm>
              <a:prstGeom prst="roundRect">
                <a:avLst>
                  <a:gd name="adj" fmla="val 4215"/>
                </a:avLst>
              </a:prstGeom>
              <a:blipFill>
                <a:blip r:embed="rId13"/>
                <a:stretch>
                  <a:fillRect r="-125"/>
                </a:stretch>
              </a:blipFill>
              <a:ln w="25400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文本框 154">
            <a:extLst>
              <a:ext uri="{FF2B5EF4-FFF2-40B4-BE49-F238E27FC236}">
                <a16:creationId xmlns:a16="http://schemas.microsoft.com/office/drawing/2014/main" id="{D1501CB2-A1BB-4E02-8A3B-A7459552C1D6}"/>
              </a:ext>
            </a:extLst>
          </p:cNvPr>
          <p:cNvSpPr txBox="1"/>
          <p:nvPr/>
        </p:nvSpPr>
        <p:spPr>
          <a:xfrm>
            <a:off x="3867470" y="-1374147"/>
            <a:ext cx="4219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4561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Free-flow Speed Estimation</a:t>
            </a:r>
            <a:endParaRPr lang="zh-CN" altLang="en-US" sz="2400" b="1" dirty="0">
              <a:solidFill>
                <a:srgbClr val="45619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EB46885E-AD22-4EAD-A760-E2F18CC8F93F}"/>
              </a:ext>
            </a:extLst>
          </p:cNvPr>
          <p:cNvSpPr/>
          <p:nvPr/>
        </p:nvSpPr>
        <p:spPr>
          <a:xfrm>
            <a:off x="3486077" y="2382381"/>
            <a:ext cx="5263423" cy="4494703"/>
          </a:xfrm>
          <a:prstGeom prst="roundRect">
            <a:avLst>
              <a:gd name="adj" fmla="val 4215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矩形: 圆角 157">
                <a:extLst>
                  <a:ext uri="{FF2B5EF4-FFF2-40B4-BE49-F238E27FC236}">
                    <a16:creationId xmlns:a16="http://schemas.microsoft.com/office/drawing/2014/main" id="{620BD5B2-C972-42D2-95C0-B01FC7C28269}"/>
                  </a:ext>
                </a:extLst>
              </p:cNvPr>
              <p:cNvSpPr/>
              <p:nvPr/>
            </p:nvSpPr>
            <p:spPr>
              <a:xfrm>
                <a:off x="3666248" y="3245862"/>
                <a:ext cx="4862714" cy="3520084"/>
              </a:xfrm>
              <a:prstGeom prst="roundRect">
                <a:avLst>
                  <a:gd name="adj" fmla="val 421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𝑺𝑹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𝒉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𝟏𝟎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Obtain the predicted speed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acc>
                      </m:e>
                      <m:sub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  <m:sup>
                        <m:d>
                          <m:dPr>
                            <m:ctrlP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sensor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prediction step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𝒉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Use the free-flow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𝒇𝒇</m:t>
                        </m:r>
                        <m:r>
                          <a:rPr lang="en-US" altLang="zh-CN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 </m:t>
                        </m:r>
                        <m:r>
                          <a:rPr lang="en-US" altLang="zh-CN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sensor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the normal-flow baseline.</a:t>
                </a:r>
              </a:p>
              <a:p>
                <a:pPr algn="just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Calculate the reduction ratio of the predicted speed relative to the free-flow speed.</a:t>
                </a:r>
              </a:p>
              <a:p>
                <a:pPr algn="just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Scale the reduction ratio to the SRI range from 0 to 10.</a:t>
                </a:r>
              </a:p>
              <a:p>
                <a:pPr algn="just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A larger SRI indicates a stronger speed reduction and a higher potential congestion risk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8" name="矩形: 圆角 157">
                <a:extLst>
                  <a:ext uri="{FF2B5EF4-FFF2-40B4-BE49-F238E27FC236}">
                    <a16:creationId xmlns:a16="http://schemas.microsoft.com/office/drawing/2014/main" id="{620BD5B2-C972-42D2-95C0-B01FC7C282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248" y="3245862"/>
                <a:ext cx="4862714" cy="3520084"/>
              </a:xfrm>
              <a:prstGeom prst="roundRect">
                <a:avLst>
                  <a:gd name="adj" fmla="val 4215"/>
                </a:avLst>
              </a:prstGeom>
              <a:blipFill>
                <a:blip r:embed="rId14"/>
                <a:stretch>
                  <a:fillRect/>
                </a:stretch>
              </a:blipFill>
              <a:ln w="25400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文本框 158">
            <a:extLst>
              <a:ext uri="{FF2B5EF4-FFF2-40B4-BE49-F238E27FC236}">
                <a16:creationId xmlns:a16="http://schemas.microsoft.com/office/drawing/2014/main" id="{645FF8A0-4463-4F57-BD51-AF7BC56B388E}"/>
              </a:ext>
            </a:extLst>
          </p:cNvPr>
          <p:cNvSpPr txBox="1"/>
          <p:nvPr/>
        </p:nvSpPr>
        <p:spPr>
          <a:xfrm>
            <a:off x="3397358" y="2414865"/>
            <a:ext cx="5438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4561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SRI Congestion Risk Quantification and Level Classification</a:t>
            </a:r>
            <a:endParaRPr lang="zh-CN" altLang="en-US" sz="2400" b="1" dirty="0">
              <a:solidFill>
                <a:srgbClr val="45619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44" name="图形 1043" descr="银行 纯色填充">
            <a:extLst>
              <a:ext uri="{FF2B5EF4-FFF2-40B4-BE49-F238E27FC236}">
                <a16:creationId xmlns:a16="http://schemas.microsoft.com/office/drawing/2014/main" id="{D00923FC-8697-46BF-8DE9-D68CC3A3373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2028" y="979248"/>
            <a:ext cx="361846" cy="361846"/>
          </a:xfrm>
          <a:prstGeom prst="rect">
            <a:avLst/>
          </a:prstGeom>
        </p:spPr>
      </p:pic>
      <p:pic>
        <p:nvPicPr>
          <p:cNvPr id="1046" name="图形 1045" descr="建筑物 纯色填充">
            <a:extLst>
              <a:ext uri="{FF2B5EF4-FFF2-40B4-BE49-F238E27FC236}">
                <a16:creationId xmlns:a16="http://schemas.microsoft.com/office/drawing/2014/main" id="{521272FE-E8AF-4A81-AE83-3E6025E25A7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4379" y="269863"/>
            <a:ext cx="402281" cy="402281"/>
          </a:xfrm>
          <a:prstGeom prst="rect">
            <a:avLst/>
          </a:prstGeom>
        </p:spPr>
      </p:pic>
      <p:pic>
        <p:nvPicPr>
          <p:cNvPr id="1048" name="图形 1047" descr="巴士 纯色填充">
            <a:extLst>
              <a:ext uri="{FF2B5EF4-FFF2-40B4-BE49-F238E27FC236}">
                <a16:creationId xmlns:a16="http://schemas.microsoft.com/office/drawing/2014/main" id="{9D23809E-6C2A-4724-A49B-5ED57DC9E03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flipH="1">
            <a:off x="1487694" y="1043374"/>
            <a:ext cx="314366" cy="314366"/>
          </a:xfrm>
          <a:prstGeom prst="rect">
            <a:avLst/>
          </a:prstGeom>
        </p:spPr>
      </p:pic>
      <p:pic>
        <p:nvPicPr>
          <p:cNvPr id="1050" name="图形 1049" descr="城市 纯色填充">
            <a:extLst>
              <a:ext uri="{FF2B5EF4-FFF2-40B4-BE49-F238E27FC236}">
                <a16:creationId xmlns:a16="http://schemas.microsoft.com/office/drawing/2014/main" id="{275AF0F9-B2DE-4392-BA35-55821890D43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87459" y="-310865"/>
            <a:ext cx="508275" cy="508275"/>
          </a:xfrm>
          <a:prstGeom prst="rect">
            <a:avLst/>
          </a:prstGeom>
        </p:spPr>
      </p:pic>
      <p:pic>
        <p:nvPicPr>
          <p:cNvPr id="1054" name="图形 1053" descr="卡车 纯色填充">
            <a:extLst>
              <a:ext uri="{FF2B5EF4-FFF2-40B4-BE49-F238E27FC236}">
                <a16:creationId xmlns:a16="http://schemas.microsoft.com/office/drawing/2014/main" id="{3500C474-29DC-496A-A68D-85DCE337D8B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-385015" y="759340"/>
            <a:ext cx="338857" cy="338857"/>
          </a:xfrm>
          <a:prstGeom prst="rect">
            <a:avLst/>
          </a:prstGeom>
        </p:spPr>
      </p:pic>
      <p:pic>
        <p:nvPicPr>
          <p:cNvPr id="174" name="图形 173">
            <a:extLst>
              <a:ext uri="{FF2B5EF4-FFF2-40B4-BE49-F238E27FC236}">
                <a16:creationId xmlns:a16="http://schemas.microsoft.com/office/drawing/2014/main" id="{0C8511D0-A0DD-4270-9E2B-5A2616AC50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 flipV="1">
            <a:off x="-83309" y="728146"/>
            <a:ext cx="172828" cy="156931"/>
          </a:xfrm>
          <a:prstGeom prst="rect">
            <a:avLst/>
          </a:prstGeom>
        </p:spPr>
      </p:pic>
      <p:pic>
        <p:nvPicPr>
          <p:cNvPr id="176" name="图形 175" descr="房子 纯色填充">
            <a:extLst>
              <a:ext uri="{FF2B5EF4-FFF2-40B4-BE49-F238E27FC236}">
                <a16:creationId xmlns:a16="http://schemas.microsoft.com/office/drawing/2014/main" id="{B35B8F32-1D4F-4877-894F-9F053B72731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-184309" y="1640983"/>
            <a:ext cx="335474" cy="335474"/>
          </a:xfrm>
          <a:prstGeom prst="rect">
            <a:avLst/>
          </a:prstGeom>
        </p:spPr>
      </p:pic>
      <p:pic>
        <p:nvPicPr>
          <p:cNvPr id="177" name="图形 176" descr="房子 纯色填充">
            <a:extLst>
              <a:ext uri="{FF2B5EF4-FFF2-40B4-BE49-F238E27FC236}">
                <a16:creationId xmlns:a16="http://schemas.microsoft.com/office/drawing/2014/main" id="{C628DC4A-DA4E-4207-8A9F-576E7F62F0F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774026" y="1473246"/>
            <a:ext cx="335474" cy="335474"/>
          </a:xfrm>
          <a:prstGeom prst="rect">
            <a:avLst/>
          </a:prstGeom>
        </p:spPr>
      </p:pic>
      <p:pic>
        <p:nvPicPr>
          <p:cNvPr id="178" name="图形 177" descr="城市 纯色填充">
            <a:extLst>
              <a:ext uri="{FF2B5EF4-FFF2-40B4-BE49-F238E27FC236}">
                <a16:creationId xmlns:a16="http://schemas.microsoft.com/office/drawing/2014/main" id="{6F32974D-3CA6-4959-B329-C8A6CB20E6D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4248" y="-310866"/>
            <a:ext cx="508275" cy="508275"/>
          </a:xfrm>
          <a:prstGeom prst="rect">
            <a:avLst/>
          </a:prstGeom>
        </p:spPr>
      </p:pic>
      <p:pic>
        <p:nvPicPr>
          <p:cNvPr id="179" name="图形 178">
            <a:extLst>
              <a:ext uri="{FF2B5EF4-FFF2-40B4-BE49-F238E27FC236}">
                <a16:creationId xmlns:a16="http://schemas.microsoft.com/office/drawing/2014/main" id="{458797BB-0958-4568-A629-1135915F2E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1451201" y="948863"/>
            <a:ext cx="163317" cy="163317"/>
          </a:xfrm>
          <a:prstGeom prst="rect">
            <a:avLst/>
          </a:prstGeom>
        </p:spPr>
      </p:pic>
      <p:pic>
        <p:nvPicPr>
          <p:cNvPr id="1058" name="图形 1057" descr="落叶树 纯色填充">
            <a:extLst>
              <a:ext uri="{FF2B5EF4-FFF2-40B4-BE49-F238E27FC236}">
                <a16:creationId xmlns:a16="http://schemas.microsoft.com/office/drawing/2014/main" id="{7C7E2452-404E-4E2F-8926-DD7F7A609BD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41296" y="1719823"/>
            <a:ext cx="260082" cy="260082"/>
          </a:xfrm>
          <a:prstGeom prst="rect">
            <a:avLst/>
          </a:prstGeom>
        </p:spPr>
      </p:pic>
      <p:pic>
        <p:nvPicPr>
          <p:cNvPr id="184" name="图形 183" descr="落叶树 纯色填充">
            <a:extLst>
              <a:ext uri="{FF2B5EF4-FFF2-40B4-BE49-F238E27FC236}">
                <a16:creationId xmlns:a16="http://schemas.microsoft.com/office/drawing/2014/main" id="{0059D482-5102-483A-AEDD-B253904BA1E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96081" y="1694774"/>
            <a:ext cx="260082" cy="260082"/>
          </a:xfrm>
          <a:prstGeom prst="rect">
            <a:avLst/>
          </a:prstGeom>
        </p:spPr>
      </p:pic>
      <p:pic>
        <p:nvPicPr>
          <p:cNvPr id="185" name="图形 184" descr="落叶树 纯色填充">
            <a:extLst>
              <a:ext uri="{FF2B5EF4-FFF2-40B4-BE49-F238E27FC236}">
                <a16:creationId xmlns:a16="http://schemas.microsoft.com/office/drawing/2014/main" id="{5B925F22-84F0-4B1B-BAA5-79BC97CD62C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63184" y="1591332"/>
            <a:ext cx="260082" cy="260082"/>
          </a:xfrm>
          <a:prstGeom prst="rect">
            <a:avLst/>
          </a:prstGeom>
        </p:spPr>
      </p:pic>
      <p:pic>
        <p:nvPicPr>
          <p:cNvPr id="186" name="图形 185" descr="落叶树 纯色填充">
            <a:extLst>
              <a:ext uri="{FF2B5EF4-FFF2-40B4-BE49-F238E27FC236}">
                <a16:creationId xmlns:a16="http://schemas.microsoft.com/office/drawing/2014/main" id="{FCDE5656-F529-4E8F-B2A0-C9529ACEEEA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456046" y="1365889"/>
            <a:ext cx="260082" cy="260082"/>
          </a:xfrm>
          <a:prstGeom prst="rect">
            <a:avLst/>
          </a:prstGeom>
        </p:spPr>
      </p:pic>
      <p:pic>
        <p:nvPicPr>
          <p:cNvPr id="187" name="图形 186" descr="落叶树 纯色填充">
            <a:extLst>
              <a:ext uri="{FF2B5EF4-FFF2-40B4-BE49-F238E27FC236}">
                <a16:creationId xmlns:a16="http://schemas.microsoft.com/office/drawing/2014/main" id="{7C62D240-1EC9-4C44-B573-AA3AD917757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742145" y="1237503"/>
            <a:ext cx="260082" cy="260082"/>
          </a:xfrm>
          <a:prstGeom prst="rect">
            <a:avLst/>
          </a:prstGeom>
        </p:spPr>
      </p:pic>
      <p:pic>
        <p:nvPicPr>
          <p:cNvPr id="188" name="图形 187" descr="落叶树 纯色填充">
            <a:extLst>
              <a:ext uri="{FF2B5EF4-FFF2-40B4-BE49-F238E27FC236}">
                <a16:creationId xmlns:a16="http://schemas.microsoft.com/office/drawing/2014/main" id="{0DEECA61-DE46-4A34-AEC1-2208E81518A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66232" y="536102"/>
            <a:ext cx="260082" cy="260082"/>
          </a:xfrm>
          <a:prstGeom prst="rect">
            <a:avLst/>
          </a:prstGeom>
        </p:spPr>
      </p:pic>
      <p:pic>
        <p:nvPicPr>
          <p:cNvPr id="189" name="图形 188" descr="落叶树 纯色填充">
            <a:extLst>
              <a:ext uri="{FF2B5EF4-FFF2-40B4-BE49-F238E27FC236}">
                <a16:creationId xmlns:a16="http://schemas.microsoft.com/office/drawing/2014/main" id="{B2265AFC-91A5-457B-8FC4-2FBF458F06F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65302" y="854143"/>
            <a:ext cx="260082" cy="260082"/>
          </a:xfrm>
          <a:prstGeom prst="rect">
            <a:avLst/>
          </a:prstGeom>
        </p:spPr>
      </p:pic>
      <p:pic>
        <p:nvPicPr>
          <p:cNvPr id="190" name="图形 189" descr="落叶树 纯色填充">
            <a:extLst>
              <a:ext uri="{FF2B5EF4-FFF2-40B4-BE49-F238E27FC236}">
                <a16:creationId xmlns:a16="http://schemas.microsoft.com/office/drawing/2014/main" id="{08742013-D9E7-4A10-A696-3679ABB63AB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39027" y="319082"/>
            <a:ext cx="260082" cy="260082"/>
          </a:xfrm>
          <a:prstGeom prst="rect">
            <a:avLst/>
          </a:prstGeom>
        </p:spPr>
      </p:pic>
      <p:pic>
        <p:nvPicPr>
          <p:cNvPr id="191" name="图形 190" descr="落叶树 纯色填充">
            <a:extLst>
              <a:ext uri="{FF2B5EF4-FFF2-40B4-BE49-F238E27FC236}">
                <a16:creationId xmlns:a16="http://schemas.microsoft.com/office/drawing/2014/main" id="{0B8863D9-EA9A-408F-AC7E-5663AFE667C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-270340" y="-295817"/>
            <a:ext cx="260082" cy="260082"/>
          </a:xfrm>
          <a:prstGeom prst="rect">
            <a:avLst/>
          </a:prstGeom>
        </p:spPr>
      </p:pic>
      <p:pic>
        <p:nvPicPr>
          <p:cNvPr id="192" name="图形 191" descr="落叶树 纯色填充">
            <a:extLst>
              <a:ext uri="{FF2B5EF4-FFF2-40B4-BE49-F238E27FC236}">
                <a16:creationId xmlns:a16="http://schemas.microsoft.com/office/drawing/2014/main" id="{09E48048-8D06-47DD-A04E-84CF709909D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734656" y="-379923"/>
            <a:ext cx="260082" cy="260082"/>
          </a:xfrm>
          <a:prstGeom prst="rect">
            <a:avLst/>
          </a:prstGeom>
        </p:spPr>
      </p:pic>
      <p:pic>
        <p:nvPicPr>
          <p:cNvPr id="1061" name="图片 1060">
            <a:extLst>
              <a:ext uri="{FF2B5EF4-FFF2-40B4-BE49-F238E27FC236}">
                <a16:creationId xmlns:a16="http://schemas.microsoft.com/office/drawing/2014/main" id="{91D5FF21-F555-4768-BA27-CFEBC4D1D18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36029" y="-414897"/>
            <a:ext cx="7003857" cy="3843897"/>
          </a:xfrm>
          <a:prstGeom prst="rect">
            <a:avLst/>
          </a:prstGeom>
          <a:ln w="25400">
            <a:solidFill>
              <a:srgbClr val="FF7D8C"/>
            </a:solidFill>
          </a:ln>
        </p:spPr>
      </p:pic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325A71DC-AA3B-414D-8B9B-5D451DEB986F}"/>
              </a:ext>
            </a:extLst>
          </p:cNvPr>
          <p:cNvSpPr/>
          <p:nvPr/>
        </p:nvSpPr>
        <p:spPr>
          <a:xfrm>
            <a:off x="8911447" y="-1488012"/>
            <a:ext cx="7295493" cy="8365096"/>
          </a:xfrm>
          <a:prstGeom prst="roundRect">
            <a:avLst>
              <a:gd name="adj" fmla="val 2126"/>
            </a:avLst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8466BD11-7304-4D90-89C7-81D193B88569}"/>
              </a:ext>
            </a:extLst>
          </p:cNvPr>
          <p:cNvSpPr txBox="1"/>
          <p:nvPr/>
        </p:nvSpPr>
        <p:spPr>
          <a:xfrm>
            <a:off x="9256641" y="-1368981"/>
            <a:ext cx="6562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4561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Predicted Congestion Map and Autonomous Driving Applications</a:t>
            </a:r>
            <a:endParaRPr lang="zh-CN" altLang="en-US" sz="2400" b="1" dirty="0">
              <a:solidFill>
                <a:srgbClr val="45619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62" name="表格 1062">
                <a:extLst>
                  <a:ext uri="{FF2B5EF4-FFF2-40B4-BE49-F238E27FC236}">
                    <a16:creationId xmlns:a16="http://schemas.microsoft.com/office/drawing/2014/main" id="{1B64ABBB-FB80-4A75-8469-3C924EA5B3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3494746"/>
                  </p:ext>
                </p:extLst>
              </p:nvPr>
            </p:nvGraphicFramePr>
            <p:xfrm>
              <a:off x="9036029" y="4013361"/>
              <a:ext cx="7003857" cy="2250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4619">
                      <a:extLst>
                        <a:ext uri="{9D8B030D-6E8A-4147-A177-3AD203B41FA5}">
                          <a16:colId xmlns:a16="http://schemas.microsoft.com/office/drawing/2014/main" val="2541234728"/>
                        </a:ext>
                      </a:extLst>
                    </a:gridCol>
                    <a:gridCol w="2334619">
                      <a:extLst>
                        <a:ext uri="{9D8B030D-6E8A-4147-A177-3AD203B41FA5}">
                          <a16:colId xmlns:a16="http://schemas.microsoft.com/office/drawing/2014/main" val="2142516900"/>
                        </a:ext>
                      </a:extLst>
                    </a:gridCol>
                    <a:gridCol w="2334619">
                      <a:extLst>
                        <a:ext uri="{9D8B030D-6E8A-4147-A177-3AD203B41FA5}">
                          <a16:colId xmlns:a16="http://schemas.microsoft.com/office/drawing/2014/main" val="65857983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SRI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Congestion Level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Color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EFE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3769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altLang="zh-CN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𝐒𝐑𝐈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zh-CN" alt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Free / Near-free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16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altLang="zh-CN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𝐒𝐑𝐈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zh-CN" alt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Stable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180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𝟒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altLang="zh-CN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𝐒𝐑𝐈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zh-CN" alt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Mild congestion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1271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𝟓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altLang="zh-CN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𝐒𝐑𝐈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&lt;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zh-CN" alt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Heavy congestion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98807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𝟕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altLang="zh-CN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𝐒𝐑𝐈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zh-CN" altLang="en-US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Severe congestion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53175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62" name="表格 1062">
                <a:extLst>
                  <a:ext uri="{FF2B5EF4-FFF2-40B4-BE49-F238E27FC236}">
                    <a16:creationId xmlns:a16="http://schemas.microsoft.com/office/drawing/2014/main" id="{1B64ABBB-FB80-4A75-8469-3C924EA5B3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3494746"/>
                  </p:ext>
                </p:extLst>
              </p:nvPr>
            </p:nvGraphicFramePr>
            <p:xfrm>
              <a:off x="9036029" y="4013361"/>
              <a:ext cx="7003857" cy="2250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4619">
                      <a:extLst>
                        <a:ext uri="{9D8B030D-6E8A-4147-A177-3AD203B41FA5}">
                          <a16:colId xmlns:a16="http://schemas.microsoft.com/office/drawing/2014/main" val="2541234728"/>
                        </a:ext>
                      </a:extLst>
                    </a:gridCol>
                    <a:gridCol w="2334619">
                      <a:extLst>
                        <a:ext uri="{9D8B030D-6E8A-4147-A177-3AD203B41FA5}">
                          <a16:colId xmlns:a16="http://schemas.microsoft.com/office/drawing/2014/main" val="2142516900"/>
                        </a:ext>
                      </a:extLst>
                    </a:gridCol>
                    <a:gridCol w="2334619">
                      <a:extLst>
                        <a:ext uri="{9D8B030D-6E8A-4147-A177-3AD203B41FA5}">
                          <a16:colId xmlns:a16="http://schemas.microsoft.com/office/drawing/2014/main" val="65857983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SRI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Congestion Level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Color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EFE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3769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61" t="-114754" r="-200783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Free / Near-free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316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61" t="-214754" r="-200783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Stable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180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61" t="-314754" r="-200783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Mild congestion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1271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61" t="-414754" r="-20078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Heavy congestion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98807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0"/>
                          <a:stretch>
                            <a:fillRect l="-261" t="-514754" r="-20078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Severe congestion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53175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1" name="椭圆 200">
            <a:extLst>
              <a:ext uri="{FF2B5EF4-FFF2-40B4-BE49-F238E27FC236}">
                <a16:creationId xmlns:a16="http://schemas.microsoft.com/office/drawing/2014/main" id="{A7C5ADF6-BE90-403C-831E-25C1C3F593ED}"/>
              </a:ext>
            </a:extLst>
          </p:cNvPr>
          <p:cNvSpPr/>
          <p:nvPr/>
        </p:nvSpPr>
        <p:spPr>
          <a:xfrm>
            <a:off x="14797397" y="4491350"/>
            <a:ext cx="202650" cy="203226"/>
          </a:xfrm>
          <a:prstGeom prst="ellipse">
            <a:avLst/>
          </a:prstGeom>
          <a:solidFill>
            <a:srgbClr val="1A98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椭圆 201">
            <a:extLst>
              <a:ext uri="{FF2B5EF4-FFF2-40B4-BE49-F238E27FC236}">
                <a16:creationId xmlns:a16="http://schemas.microsoft.com/office/drawing/2014/main" id="{195DB79D-E5FA-4172-85E2-F8DBC4C4FFB9}"/>
              </a:ext>
            </a:extLst>
          </p:cNvPr>
          <p:cNvSpPr/>
          <p:nvPr/>
        </p:nvSpPr>
        <p:spPr>
          <a:xfrm>
            <a:off x="14799499" y="4870282"/>
            <a:ext cx="202650" cy="203226"/>
          </a:xfrm>
          <a:prstGeom prst="ellipse">
            <a:avLst/>
          </a:prstGeom>
          <a:solidFill>
            <a:srgbClr val="91CF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椭圆 202">
            <a:extLst>
              <a:ext uri="{FF2B5EF4-FFF2-40B4-BE49-F238E27FC236}">
                <a16:creationId xmlns:a16="http://schemas.microsoft.com/office/drawing/2014/main" id="{5D6B1493-27A6-4AD3-A63B-0BD41EF4DEBC}"/>
              </a:ext>
            </a:extLst>
          </p:cNvPr>
          <p:cNvSpPr/>
          <p:nvPr/>
        </p:nvSpPr>
        <p:spPr>
          <a:xfrm>
            <a:off x="14801601" y="5249214"/>
            <a:ext cx="202650" cy="203226"/>
          </a:xfrm>
          <a:prstGeom prst="ellipse">
            <a:avLst/>
          </a:prstGeom>
          <a:solidFill>
            <a:srgbClr val="FEE0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椭圆 203">
            <a:extLst>
              <a:ext uri="{FF2B5EF4-FFF2-40B4-BE49-F238E27FC236}">
                <a16:creationId xmlns:a16="http://schemas.microsoft.com/office/drawing/2014/main" id="{94B6A2E1-6F1D-4C47-8C67-1046F1E72923}"/>
              </a:ext>
            </a:extLst>
          </p:cNvPr>
          <p:cNvSpPr/>
          <p:nvPr/>
        </p:nvSpPr>
        <p:spPr>
          <a:xfrm>
            <a:off x="14803703" y="5628146"/>
            <a:ext cx="202650" cy="203226"/>
          </a:xfrm>
          <a:prstGeom prst="ellipse">
            <a:avLst/>
          </a:prstGeom>
          <a:solidFill>
            <a:srgbClr val="F46D4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椭圆 204">
            <a:extLst>
              <a:ext uri="{FF2B5EF4-FFF2-40B4-BE49-F238E27FC236}">
                <a16:creationId xmlns:a16="http://schemas.microsoft.com/office/drawing/2014/main" id="{BBD72885-C735-43E1-9F6C-5599B126B092}"/>
              </a:ext>
            </a:extLst>
          </p:cNvPr>
          <p:cNvSpPr/>
          <p:nvPr/>
        </p:nvSpPr>
        <p:spPr>
          <a:xfrm>
            <a:off x="14805805" y="6007078"/>
            <a:ext cx="202650" cy="203226"/>
          </a:xfrm>
          <a:prstGeom prst="ellipse">
            <a:avLst/>
          </a:prstGeom>
          <a:solidFill>
            <a:srgbClr val="A5002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: 圆角 207">
            <a:extLst>
              <a:ext uri="{FF2B5EF4-FFF2-40B4-BE49-F238E27FC236}">
                <a16:creationId xmlns:a16="http://schemas.microsoft.com/office/drawing/2014/main" id="{DB768778-8F22-46AB-A92C-869FDAC3198A}"/>
              </a:ext>
            </a:extLst>
          </p:cNvPr>
          <p:cNvSpPr/>
          <p:nvPr/>
        </p:nvSpPr>
        <p:spPr>
          <a:xfrm>
            <a:off x="-5891059" y="7031987"/>
            <a:ext cx="7245325" cy="807198"/>
          </a:xfrm>
          <a:prstGeom prst="roundRect">
            <a:avLst>
              <a:gd name="adj" fmla="val 14284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Support: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METR-LA (207 sensors, 5-min interval)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66" name="图形 1065" descr="数据库 纯色填充">
            <a:extLst>
              <a:ext uri="{FF2B5EF4-FFF2-40B4-BE49-F238E27FC236}">
                <a16:creationId xmlns:a16="http://schemas.microsoft.com/office/drawing/2014/main" id="{182F2D07-6B7D-4719-A6EA-70871613FB5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-5765943" y="7076662"/>
            <a:ext cx="703153" cy="703153"/>
          </a:xfrm>
          <a:prstGeom prst="rect">
            <a:avLst/>
          </a:prstGeom>
        </p:spPr>
      </p:pic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9EDB85A2-55E4-4FA4-8CE1-30257D359684}"/>
              </a:ext>
            </a:extLst>
          </p:cNvPr>
          <p:cNvSpPr/>
          <p:nvPr/>
        </p:nvSpPr>
        <p:spPr>
          <a:xfrm>
            <a:off x="1614518" y="7031987"/>
            <a:ext cx="7134982" cy="807198"/>
          </a:xfrm>
          <a:prstGeom prst="roundRect">
            <a:avLst>
              <a:gd name="adj" fmla="val 14284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Support: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METR-LA (207 sensors, 5-min interval)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4" name="Picture 8" descr="手机矢量5g素材-手机矢量5g图片">
            <a:extLst>
              <a:ext uri="{FF2B5EF4-FFF2-40B4-BE49-F238E27FC236}">
                <a16:creationId xmlns:a16="http://schemas.microsoft.com/office/drawing/2014/main" id="{95DF3331-32D3-4842-9663-1E3DF78CC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346" b="99058" l="1600" r="97400">
                        <a14:foregroundMark x1="52400" y1="17093" x2="52400" y2="20996"/>
                        <a14:foregroundMark x1="49400" y1="12382" x2="49200" y2="7806"/>
                        <a14:foregroundMark x1="79600" y1="14939" x2="79600" y2="17766"/>
                        <a14:foregroundMark x1="89600" y1="13055" x2="89600" y2="16151"/>
                        <a14:foregroundMark x1="97400" y1="10767" x2="97400" y2="14670"/>
                        <a14:foregroundMark x1="21400" y1="11978" x2="20000" y2="15343"/>
                        <a14:foregroundMark x1="11400" y1="10094" x2="10000" y2="16151"/>
                        <a14:foregroundMark x1="1600" y1="10902" x2="2000" y2="18170"/>
                        <a14:foregroundMark x1="92600" y1="1480" x2="93400" y2="4307"/>
                        <a14:foregroundMark x1="20800" y1="91386" x2="22000" y2="93405"/>
                        <a14:foregroundMark x1="77600" y1="94886" x2="80200" y2="95962"/>
                        <a14:foregroundMark x1="20800" y1="97308" x2="20400" y2="99058"/>
                        <a14:backgroundMark x1="45600" y1="32436" x2="46200" y2="33244"/>
                        <a14:backgroundMark x1="53400" y1="32974" x2="54600" y2="341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93773" y="7093121"/>
            <a:ext cx="431454" cy="64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375E9AA1-5058-4D14-AF89-3996C58C501D}"/>
              </a:ext>
            </a:extLst>
          </p:cNvPr>
          <p:cNvSpPr/>
          <p:nvPr/>
        </p:nvSpPr>
        <p:spPr>
          <a:xfrm>
            <a:off x="8911446" y="7033861"/>
            <a:ext cx="7295493" cy="807198"/>
          </a:xfrm>
          <a:prstGeom prst="roundRect">
            <a:avLst>
              <a:gd name="adj" fmla="val 14284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Support: Autonomous Driving in Complex Scenarios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7" name="箭头: 右 1066">
            <a:extLst>
              <a:ext uri="{FF2B5EF4-FFF2-40B4-BE49-F238E27FC236}">
                <a16:creationId xmlns:a16="http://schemas.microsoft.com/office/drawing/2014/main" id="{8A66E9B7-6541-4AE0-8214-D6C7BF281762}"/>
              </a:ext>
            </a:extLst>
          </p:cNvPr>
          <p:cNvSpPr/>
          <p:nvPr/>
        </p:nvSpPr>
        <p:spPr>
          <a:xfrm>
            <a:off x="1346208" y="7296477"/>
            <a:ext cx="286332" cy="2782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箭头: 右 216">
            <a:extLst>
              <a:ext uri="{FF2B5EF4-FFF2-40B4-BE49-F238E27FC236}">
                <a16:creationId xmlns:a16="http://schemas.microsoft.com/office/drawing/2014/main" id="{303E9AF6-066D-4822-A479-62B27435007B}"/>
              </a:ext>
            </a:extLst>
          </p:cNvPr>
          <p:cNvSpPr/>
          <p:nvPr/>
        </p:nvSpPr>
        <p:spPr>
          <a:xfrm>
            <a:off x="8676301" y="7303252"/>
            <a:ext cx="286332" cy="2782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57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45704</TotalTime>
  <Words>1327</Words>
  <Application>Microsoft Office PowerPoint</Application>
  <PresentationFormat>宽屏</PresentationFormat>
  <Paragraphs>332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Hello Charlotte</dc:creator>
  <cp:lastModifiedBy>Hello Charlotte</cp:lastModifiedBy>
  <cp:revision>749</cp:revision>
  <dcterms:created xsi:type="dcterms:W3CDTF">2026-05-18T13:27:10Z</dcterms:created>
  <dcterms:modified xsi:type="dcterms:W3CDTF">2026-07-12T10:03:37Z</dcterms:modified>
</cp:coreProperties>
</file>